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17cb2d76f9a4481" /><Relationship Type="http://schemas.openxmlformats.org/officeDocument/2006/relationships/extended-properties" Target="/docProps/app.xml" Id="Ra96328011e9541cd" /><Relationship Type="http://schemas.openxmlformats.org/officeDocument/2006/relationships/officeDocument" Target="/ppt/presentation.xml" Id="R5377fda4967d4cdb" /></Relationships>
</file>

<file path=ppt/presentation.xml><?xml version="1.0" encoding="utf-8"?>
<p:presentation xmlns:p="http://schemas.openxmlformats.org/presentationml/2006/main">
  <p:sldMasterIdLst>
    <p:sldMasterId xmlns:r="http://schemas.openxmlformats.org/officeDocument/2006/relationships" id="2147483648" r:id="R422aa3c092744cb2"/>
  </p:sldMasterIdLst>
  <p:notesMasterIdLst>
    <p:notesMasterId xmlns:r="http://schemas.openxmlformats.org/officeDocument/2006/relationships" r:id="Rb1f35a523a0c4dc4"/>
  </p:notesMasterIdLst>
  <p:sldIdLst>
    <p:sldId xmlns:r="http://schemas.openxmlformats.org/officeDocument/2006/relationships" id="256" r:id="R619d9a6456cc4f17"/>
    <p:sldId xmlns:r="http://schemas.openxmlformats.org/officeDocument/2006/relationships" id="257" r:id="R00c3e02cb4a1448b"/>
    <p:sldId xmlns:r="http://schemas.openxmlformats.org/officeDocument/2006/relationships" id="258" r:id="R02327b1e1de34cb5"/>
    <p:sldId xmlns:r="http://schemas.openxmlformats.org/officeDocument/2006/relationships" id="259" r:id="R07493060b0314a0e"/>
    <p:sldId xmlns:r="http://schemas.openxmlformats.org/officeDocument/2006/relationships" id="260" r:id="Rffc46a09408545b9"/>
    <p:sldId xmlns:r="http://schemas.openxmlformats.org/officeDocument/2006/relationships" id="261" r:id="R11d09bf443f2444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289aa0344304891" /><Relationship Type="http://schemas.openxmlformats.org/officeDocument/2006/relationships/slideMaster" Target="/ppt/slideMasters/slideMaster1.xml" Id="R422aa3c092744cb2" /><Relationship Type="http://schemas.openxmlformats.org/officeDocument/2006/relationships/notesMaster" Target="/ppt/notesMasters/notesMaster1.xml" Id="Rb1f35a523a0c4dc4" /><Relationship Type="http://schemas.openxmlformats.org/officeDocument/2006/relationships/presProps" Target="/ppt/presProps.xml" Id="R85b1c87c18fb4726" /><Relationship Type="http://schemas.openxmlformats.org/officeDocument/2006/relationships/tableStyles" Target="/ppt/tableStyles.xml" Id="Rafd5dbe1134749d3" /><Relationship Type="http://schemas.openxmlformats.org/officeDocument/2006/relationships/slide" Target="/ppt/slides/slide1.xml" Id="R619d9a6456cc4f17" /><Relationship Type="http://schemas.openxmlformats.org/officeDocument/2006/relationships/slide" Target="/ppt/slides/slide2.xml" Id="R00c3e02cb4a1448b" /><Relationship Type="http://schemas.openxmlformats.org/officeDocument/2006/relationships/slide" Target="/ppt/slides/slide3.xml" Id="R02327b1e1de34cb5" /><Relationship Type="http://schemas.openxmlformats.org/officeDocument/2006/relationships/slide" Target="/ppt/slides/slide4.xml" Id="R07493060b0314a0e" /><Relationship Type="http://schemas.openxmlformats.org/officeDocument/2006/relationships/slide" Target="/ppt/slides/slide5.xml" Id="Rffc46a09408545b9" /><Relationship Type="http://schemas.openxmlformats.org/officeDocument/2006/relationships/slide" Target="/ppt/slides/slide6.xml" Id="R11d09bf443f2444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24b756b80a0490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f77e7c2943b497c" /><Relationship Type="http://schemas.openxmlformats.org/officeDocument/2006/relationships/notesMaster" Target="/ppt/notesMasters/notesMaster1.xml" Id="R4fb03d672f884116" /></Relationships>
</file>

<file path=ppt/notesSlides/_rels/notesSlide2.xml.rels>&#65279;<?xml version="1.0" encoding="utf-8"?><Relationships xmlns="http://schemas.openxmlformats.org/package/2006/relationships"><Relationship Type="http://schemas.openxmlformats.org/officeDocument/2006/relationships/slide" Target="/ppt/slides/slide2.xml" Id="R91d5341f70a24771" /><Relationship Type="http://schemas.openxmlformats.org/officeDocument/2006/relationships/notesMaster" Target="/ppt/notesMasters/notesMaster1.xml" Id="R949a3185e71a4491" /></Relationships>
</file>

<file path=ppt/notesSlides/_rels/notesSlide3.xml.rels>&#65279;<?xml version="1.0" encoding="utf-8"?><Relationships xmlns="http://schemas.openxmlformats.org/package/2006/relationships"><Relationship Type="http://schemas.openxmlformats.org/officeDocument/2006/relationships/slide" Target="/ppt/slides/slide3.xml" Id="R78ae1a07be014d97" /><Relationship Type="http://schemas.openxmlformats.org/officeDocument/2006/relationships/notesMaster" Target="/ppt/notesMasters/notesMaster1.xml" Id="R2a454e9d6f294b69" /></Relationships>
</file>

<file path=ppt/notesSlides/_rels/notesSlide4.xml.rels>&#65279;<?xml version="1.0" encoding="utf-8"?><Relationships xmlns="http://schemas.openxmlformats.org/package/2006/relationships"><Relationship Type="http://schemas.openxmlformats.org/officeDocument/2006/relationships/slide" Target="/ppt/slides/slide4.xml" Id="R1495e18fc8d44c8a" /><Relationship Type="http://schemas.openxmlformats.org/officeDocument/2006/relationships/notesMaster" Target="/ppt/notesMasters/notesMaster1.xml" Id="R08d913b5ede942b5" /></Relationships>
</file>

<file path=ppt/notesSlides/_rels/notesSlide5.xml.rels>&#65279;<?xml version="1.0" encoding="utf-8"?><Relationships xmlns="http://schemas.openxmlformats.org/package/2006/relationships"><Relationship Type="http://schemas.openxmlformats.org/officeDocument/2006/relationships/slide" Target="/ppt/slides/slide5.xml" Id="Rc8e398251eb745e4" /><Relationship Type="http://schemas.openxmlformats.org/officeDocument/2006/relationships/notesMaster" Target="/ppt/notesMasters/notesMaster1.xml" Id="R6592afd782af40e9" /></Relationships>
</file>

<file path=ppt/notesSlides/_rels/notesSlide6.xml.rels>&#65279;<?xml version="1.0" encoding="utf-8"?><Relationships xmlns="http://schemas.openxmlformats.org/package/2006/relationships"><Relationship Type="http://schemas.openxmlformats.org/officeDocument/2006/relationships/slide" Target="/ppt/slides/slide6.xml" Id="R8ac6b6b4ee5840a3" /><Relationship Type="http://schemas.openxmlformats.org/officeDocument/2006/relationships/notesMaster" Target="/ppt/notesMasters/notesMaster1.xml" Id="R73ab9393e14a419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0:00–0:20. “Students with ADHD can drift away from a task even when they want to do it. Nudge stays nearby and helps them return without judgment.” This is the product premise, not a measured outcome.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0:20–0:40. “Most focus tools try to stop a detour. We designed for the moment after one happens. Nudge keeps the student in control and makes the first step back small.”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0:40–2:00. Run the live demo from TASKS.md: save the history essay task, lock the Google Doc, type a sentence, switch to YouTube, wait for the nudge, say “Ugh, I’m stuck. Take me back,” then show the note beside the document. If the live path is not ready, do not imply it worked; use the backup recording after it has been captured.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2:00–2:25. “One Live session sees the screen, while deterministic rules decide when to check in. The model helps with the wording and the next step. The app keeps the timing, pause, and snooze controls.”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2:25–2:45. “Nudge never blocks a site or writes the assignment. The student can say a video is for the task, take a break, or turn the session off.”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2:45–3:00. “We are starting with a Google Docs essay in Chrome. We want to expand to other workflows and give students clearer control over what the app sees and keeps.” Invite questions. Do not claim these future capabilities exist today.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027e14ba6b1403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f84b3f6200f49e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d3b12cdeb414e7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904bafd0976443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dbeda0f5bc643f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38396c5accd439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5CF1FE2-CBB0-43CC-8736-93EB5394FEAE}"/>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B4E1C1BC-B280-48DA-BE24-B59B7903DDD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3DDE623-8899-47F8-AAF8-ED90AB6DA76C}"/>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9ABE714-0329-4E7A-92B3-CF9B8CF54CE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675EF73-6C24-41CF-8178-4CA4C533C7FA}"/>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BB9F9A76-7389-4085-A5A1-9E83F1F980C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A60E11D-E562-4C14-AECE-4AF1F7A2AA7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B221D583-72EC-4FB6-A9F1-06E91C18BB40}"/>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8CC0CDA-947D-4CC8-8FC3-003CFD081A4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F05957F-1D32-4AE2-AA86-A0BEC870D71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33230e79038481a" /><Relationship Type="http://schemas.openxmlformats.org/officeDocument/2006/relationships/slideLayout" Target="/ppt/slideLayouts/slideLayout1.xml" Id="R71b39e3cdcf14449" /><Relationship Type="http://schemas.openxmlformats.org/officeDocument/2006/relationships/slideLayout" Target="/ppt/slideLayouts/slideLayout2.xml" Id="R7613a51d048d4ed2" /><Relationship Type="http://schemas.openxmlformats.org/officeDocument/2006/relationships/slideLayout" Target="/ppt/slideLayouts/slideLayout3.xml" Id="R4d3b3048e2c8468f" /><Relationship Type="http://schemas.openxmlformats.org/officeDocument/2006/relationships/slideLayout" Target="/ppt/slideLayouts/slideLayout4.xml" Id="Ra1be79f1bcad458d" /><Relationship Type="http://schemas.openxmlformats.org/officeDocument/2006/relationships/slideLayout" Target="/ppt/slideLayouts/slideLayout5.xml" Id="R6773c3dd98614d61" /><Relationship Type="http://schemas.openxmlformats.org/officeDocument/2006/relationships/slideLayout" Target="/ppt/slideLayouts/slideLayout6.xml" Id="R0429bd7b1e20405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1b39e3cdcf14449"/>
    <p:sldLayoutId xmlns:r="http://schemas.openxmlformats.org/officeDocument/2006/relationships" id="2147483650" r:id="R7613a51d048d4ed2"/>
    <p:sldLayoutId xmlns:r="http://schemas.openxmlformats.org/officeDocument/2006/relationships" id="2147483651" r:id="R4d3b3048e2c8468f"/>
    <p:sldLayoutId xmlns:r="http://schemas.openxmlformats.org/officeDocument/2006/relationships" id="2147483652" r:id="Ra1be79f1bcad458d"/>
    <p:sldLayoutId xmlns:r="http://schemas.openxmlformats.org/officeDocument/2006/relationships" id="2147483653" r:id="R6773c3dd98614d61"/>
    <p:sldLayoutId xmlns:r="http://schemas.openxmlformats.org/officeDocument/2006/relationships" id="2147483654" r:id="R0429bd7b1e20405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065a53400c2c424c" /><Relationship Type="http://schemas.openxmlformats.org/officeDocument/2006/relationships/notesSlide" Target="/ppt/notesSlides/notesSlide1.xml" Id="R4e6cf116613641c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a05a598e8f394539" /><Relationship Type="http://schemas.openxmlformats.org/officeDocument/2006/relationships/notesSlide" Target="/ppt/notesSlides/notesSlide2.xml" Id="R7fa9d236f6c541f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b4fa38bafd6e4d3c" /><Relationship Type="http://schemas.openxmlformats.org/officeDocument/2006/relationships/notesSlide" Target="/ppt/notesSlides/notesSlide3.xml" Id="R140e55eb61594ce3"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2cbf1ab98774599" /><Relationship Type="http://schemas.openxmlformats.org/officeDocument/2006/relationships/notesSlide" Target="/ppt/notesSlides/notesSlide4.xml" Id="R746add0c954148a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dcd0365d9e3d4939" /><Relationship Type="http://schemas.openxmlformats.org/officeDocument/2006/relationships/notesSlide" Target="/ppt/notesSlides/notesSlide5.xml" Id="Rd09f8e965f8b471f"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b489d95192cf4dd6" /><Relationship Type="http://schemas.openxmlformats.org/officeDocument/2006/relationships/notesSlide" Target="/ppt/notesSlides/notesSlide6.xml" Id="R06b5e2be369b487e" /></Relationships>
</file>

<file path=ppt/slides/slide1.xml><?xml version="1.0" encoding="utf-8"?>
<p:sld xmlns:p="http://schemas.openxmlformats.org/presentationml/2006/main">
  <p:cSld>
    <p:bg>
      <p:bgPr>
        <a:solidFill xmlns:a="http://schemas.openxmlformats.org/drawingml/2006/main">
          <a:srgbClr val="263D35"/>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5A2BF1EB-7D18-4B95-A776-738D9CB6A33B}"/>
              </a:ext>
            </a:extLst>
          </p:cNvPr>
          <p:cNvSpPr>
            <a:spLocks xmlns:a="http://schemas.openxmlformats.org/drawingml/2006/main" noGrp="1"/>
          </p:cNvSpPr>
          <p:nvPr/>
        </p:nvSpPr>
        <p:spPr>
          <a:xfrm xmlns:a="http://schemas.openxmlformats.org/drawingml/2006/main">
            <a:off x="723900" y="552450"/>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1">
                <a:solidFill>
                  <a:srgbClr val="CBE2B7"/>
                </a:solidFill>
                <a:latin typeface="Helvetica Neue"/>
                <a:ea typeface="Helvetica Neue"/>
                <a:cs typeface="Helvetica Neue"/>
              </a:defRPr>
            </a:defPPr>
            <a:lvl1pPr>
              <a:defRPr sz="1200" b="1">
                <a:solidFill>
                  <a:srgbClr val="CBE2B7"/>
                </a:solidFill>
                <a:latin typeface="Helvetica Neue"/>
                <a:ea typeface="Helvetica Neue"/>
                <a:cs typeface="Helvetica Neue"/>
              </a:defRPr>
            </a:lvl1pPr>
            <a:lvl2pPr>
              <a:defRPr sz="1200" b="1">
                <a:solidFill>
                  <a:srgbClr val="CBE2B7"/>
                </a:solidFill>
                <a:latin typeface="Helvetica Neue"/>
                <a:ea typeface="Helvetica Neue"/>
                <a:cs typeface="Helvetica Neue"/>
              </a:defRPr>
            </a:lvl2pPr>
            <a:lvl3pPr>
              <a:defRPr sz="1200" b="1">
                <a:solidFill>
                  <a:srgbClr val="CBE2B7"/>
                </a:solidFill>
                <a:latin typeface="Helvetica Neue"/>
                <a:ea typeface="Helvetica Neue"/>
                <a:cs typeface="Helvetica Neue"/>
              </a:defRPr>
            </a:lvl3pPr>
            <a:lvl4pPr>
              <a:defRPr sz="1200" b="1">
                <a:solidFill>
                  <a:srgbClr val="CBE2B7"/>
                </a:solidFill>
                <a:latin typeface="Helvetica Neue"/>
                <a:ea typeface="Helvetica Neue"/>
                <a:cs typeface="Helvetica Neue"/>
              </a:defRPr>
            </a:lvl4pPr>
            <a:lvl5pPr>
              <a:defRPr sz="1200" b="1">
                <a:solidFill>
                  <a:srgbClr val="CBE2B7"/>
                </a:solidFill>
                <a:latin typeface="Helvetica Neue"/>
                <a:ea typeface="Helvetica Neue"/>
                <a:cs typeface="Helvetica Neue"/>
              </a:defRPr>
            </a:lvl5pPr>
            <a:lvl6pPr>
              <a:defRPr sz="1200" b="1">
                <a:solidFill>
                  <a:srgbClr val="CBE2B7"/>
                </a:solidFill>
                <a:latin typeface="Helvetica Neue"/>
                <a:ea typeface="Helvetica Neue"/>
                <a:cs typeface="Helvetica Neue"/>
              </a:defRPr>
            </a:lvl6pPr>
            <a:lvl7pPr>
              <a:defRPr sz="1200" b="1">
                <a:solidFill>
                  <a:srgbClr val="CBE2B7"/>
                </a:solidFill>
                <a:latin typeface="Helvetica Neue"/>
                <a:ea typeface="Helvetica Neue"/>
                <a:cs typeface="Helvetica Neue"/>
              </a:defRPr>
            </a:lvl7pPr>
            <a:lvl8pPr>
              <a:defRPr sz="1200" b="1">
                <a:solidFill>
                  <a:srgbClr val="CBE2B7"/>
                </a:solidFill>
                <a:latin typeface="Helvetica Neue"/>
                <a:ea typeface="Helvetica Neue"/>
                <a:cs typeface="Helvetica Neue"/>
              </a:defRPr>
            </a:lvl8pPr>
            <a:lvl9pPr>
              <a:defRPr sz="1200" b="1">
                <a:solidFill>
                  <a:srgbClr val="CBE2B7"/>
                </a:solidFill>
                <a:latin typeface="Helvetica Neue"/>
                <a:ea typeface="Helvetica Neue"/>
                <a:cs typeface="Helvetica Neue"/>
              </a:defRPr>
            </a:lvl9pPr>
          </a:lstStyle>
          <a:p xmlns:a="http://schemas.openxmlformats.org/drawingml/2006/main">
            <a:pPr>
              <a:defRPr sz="1200" b="1">
                <a:solidFill>
                  <a:srgbClr val="CBE2B7"/>
                </a:solidFill>
                <a:latin typeface="Helvetica Neue"/>
                <a:ea typeface="Helvetica Neue"/>
                <a:cs typeface="Helvetica Neue"/>
              </a:defRPr>
            </a:pPr>
            <a:r>
              <a:rPr sz="1200" b="1">
                <a:solidFill>
                  <a:srgbClr val="CBE2B7"/>
                </a:solidFill>
                <a:latin typeface="Helvetica Neue"/>
                <a:ea typeface="Helvetica Neue"/>
                <a:cs typeface="Helvetica Neue"/>
              </a:rPr>
              <a:t>STUDY WITH NUDGE</a:t>
            </a:r>
          </a:p>
        </p:txBody>
      </p:sp>
      <p:sp>
        <p:nvSpPr>
          <p:cNvPr id="2" name="">
            <a:extLst xmlns:a="http://schemas.openxmlformats.org/drawingml/2006/main">
              <a:ext uri="{FF2B5EF4-FFF2-40B4-BE49-F238E27FC236}">
                <a16:creationId xmlns:a16="http://schemas.microsoft.com/office/drawing/2014/main" id="{A2826B39-68CD-463B-893E-4314E5A09C90}"/>
              </a:ext>
            </a:extLst>
          </p:cNvPr>
          <p:cNvSpPr>
            <a:spLocks xmlns:a="http://schemas.openxmlformats.org/drawingml/2006/main" noGrp="1"/>
          </p:cNvSpPr>
          <p:nvPr/>
        </p:nvSpPr>
        <p:spPr>
          <a:xfrm xmlns:a="http://schemas.openxmlformats.org/drawingml/2006/main">
            <a:off x="723900" y="1181100"/>
            <a:ext cx="10572750" cy="1447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4350" b="1">
                <a:solidFill>
                  <a:srgbClr val="F7F7F1"/>
                </a:solidFill>
                <a:latin typeface="Helvetica Neue"/>
                <a:ea typeface="Helvetica Neue"/>
                <a:cs typeface="Helvetica Neue"/>
              </a:defRPr>
            </a:defPPr>
            <a:lvl1pPr>
              <a:defRPr sz="4350" b="1">
                <a:solidFill>
                  <a:srgbClr val="F7F7F1"/>
                </a:solidFill>
                <a:latin typeface="Helvetica Neue"/>
                <a:ea typeface="Helvetica Neue"/>
                <a:cs typeface="Helvetica Neue"/>
              </a:defRPr>
            </a:lvl1pPr>
            <a:lvl2pPr>
              <a:defRPr sz="4350" b="1">
                <a:solidFill>
                  <a:srgbClr val="F7F7F1"/>
                </a:solidFill>
                <a:latin typeface="Helvetica Neue"/>
                <a:ea typeface="Helvetica Neue"/>
                <a:cs typeface="Helvetica Neue"/>
              </a:defRPr>
            </a:lvl2pPr>
            <a:lvl3pPr>
              <a:defRPr sz="4350" b="1">
                <a:solidFill>
                  <a:srgbClr val="F7F7F1"/>
                </a:solidFill>
                <a:latin typeface="Helvetica Neue"/>
                <a:ea typeface="Helvetica Neue"/>
                <a:cs typeface="Helvetica Neue"/>
              </a:defRPr>
            </a:lvl3pPr>
            <a:lvl4pPr>
              <a:defRPr sz="4350" b="1">
                <a:solidFill>
                  <a:srgbClr val="F7F7F1"/>
                </a:solidFill>
                <a:latin typeface="Helvetica Neue"/>
                <a:ea typeface="Helvetica Neue"/>
                <a:cs typeface="Helvetica Neue"/>
              </a:defRPr>
            </a:lvl4pPr>
            <a:lvl5pPr>
              <a:defRPr sz="4350" b="1">
                <a:solidFill>
                  <a:srgbClr val="F7F7F1"/>
                </a:solidFill>
                <a:latin typeface="Helvetica Neue"/>
                <a:ea typeface="Helvetica Neue"/>
                <a:cs typeface="Helvetica Neue"/>
              </a:defRPr>
            </a:lvl5pPr>
            <a:lvl6pPr>
              <a:defRPr sz="4350" b="1">
                <a:solidFill>
                  <a:srgbClr val="F7F7F1"/>
                </a:solidFill>
                <a:latin typeface="Helvetica Neue"/>
                <a:ea typeface="Helvetica Neue"/>
                <a:cs typeface="Helvetica Neue"/>
              </a:defRPr>
            </a:lvl6pPr>
            <a:lvl7pPr>
              <a:defRPr sz="4350" b="1">
                <a:solidFill>
                  <a:srgbClr val="F7F7F1"/>
                </a:solidFill>
                <a:latin typeface="Helvetica Neue"/>
                <a:ea typeface="Helvetica Neue"/>
                <a:cs typeface="Helvetica Neue"/>
              </a:defRPr>
            </a:lvl7pPr>
            <a:lvl8pPr>
              <a:defRPr sz="4350" b="1">
                <a:solidFill>
                  <a:srgbClr val="F7F7F1"/>
                </a:solidFill>
                <a:latin typeface="Helvetica Neue"/>
                <a:ea typeface="Helvetica Neue"/>
                <a:cs typeface="Helvetica Neue"/>
              </a:defRPr>
            </a:lvl8pPr>
            <a:lvl9pPr>
              <a:defRPr sz="4350" b="1">
                <a:solidFill>
                  <a:srgbClr val="F7F7F1"/>
                </a:solidFill>
                <a:latin typeface="Helvetica Neue"/>
                <a:ea typeface="Helvetica Neue"/>
                <a:cs typeface="Helvetica Neue"/>
              </a:defRPr>
            </a:lvl9pPr>
          </a:lstStyle>
          <a:p xmlns:a="http://schemas.openxmlformats.org/drawingml/2006/main">
            <a:pPr>
              <a:defRPr sz="4350" b="1">
                <a:solidFill>
                  <a:srgbClr val="F7F7F1"/>
                </a:solidFill>
                <a:latin typeface="Helvetica Neue"/>
                <a:ea typeface="Helvetica Neue"/>
                <a:cs typeface="Helvetica Neue"/>
              </a:defRPr>
            </a:pPr>
            <a:r>
              <a:rPr sz="4350" b="1">
                <a:solidFill>
                  <a:srgbClr val="F7F7F1"/>
                </a:solidFill>
                <a:latin typeface="Helvetica Neue"/>
                <a:ea typeface="Helvetica Neue"/>
                <a:cs typeface="Helvetica Neue"/>
              </a:rPr>
              <a:t>Nudge</a:t>
            </a:r>
          </a:p>
        </p:txBody>
      </p:sp>
      <p:sp>
        <p:nvSpPr>
          <p:cNvPr id="3" name="">
            <a:extLst xmlns:a="http://schemas.openxmlformats.org/drawingml/2006/main">
              <a:ext uri="{FF2B5EF4-FFF2-40B4-BE49-F238E27FC236}">
                <a16:creationId xmlns:a16="http://schemas.microsoft.com/office/drawing/2014/main" id="{C24BE719-092B-49B2-8E2A-01C0C9A0CABA}"/>
              </a:ext>
            </a:extLst>
          </p:cNvPr>
          <p:cNvSpPr>
            <a:spLocks xmlns:a="http://schemas.openxmlformats.org/drawingml/2006/main" noGrp="1"/>
          </p:cNvSpPr>
          <p:nvPr/>
        </p:nvSpPr>
        <p:spPr>
          <a:xfrm xmlns:a="http://schemas.openxmlformats.org/drawingml/2006/main">
            <a:off x="723900" y="3124200"/>
            <a:ext cx="9144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550" b="0">
                <a:solidFill>
                  <a:srgbClr val="F7F7F1"/>
                </a:solidFill>
                <a:latin typeface="Helvetica Neue"/>
                <a:ea typeface="Helvetica Neue"/>
                <a:cs typeface="Helvetica Neue"/>
              </a:defRPr>
            </a:defPPr>
            <a:lvl1pPr>
              <a:defRPr sz="2550" b="0">
                <a:solidFill>
                  <a:srgbClr val="F7F7F1"/>
                </a:solidFill>
                <a:latin typeface="Helvetica Neue"/>
                <a:ea typeface="Helvetica Neue"/>
                <a:cs typeface="Helvetica Neue"/>
              </a:defRPr>
            </a:lvl1pPr>
            <a:lvl2pPr>
              <a:defRPr sz="2550" b="0">
                <a:solidFill>
                  <a:srgbClr val="F7F7F1"/>
                </a:solidFill>
                <a:latin typeface="Helvetica Neue"/>
                <a:ea typeface="Helvetica Neue"/>
                <a:cs typeface="Helvetica Neue"/>
              </a:defRPr>
            </a:lvl2pPr>
            <a:lvl3pPr>
              <a:defRPr sz="2550" b="0">
                <a:solidFill>
                  <a:srgbClr val="F7F7F1"/>
                </a:solidFill>
                <a:latin typeface="Helvetica Neue"/>
                <a:ea typeface="Helvetica Neue"/>
                <a:cs typeface="Helvetica Neue"/>
              </a:defRPr>
            </a:lvl3pPr>
            <a:lvl4pPr>
              <a:defRPr sz="2550" b="0">
                <a:solidFill>
                  <a:srgbClr val="F7F7F1"/>
                </a:solidFill>
                <a:latin typeface="Helvetica Neue"/>
                <a:ea typeface="Helvetica Neue"/>
                <a:cs typeface="Helvetica Neue"/>
              </a:defRPr>
            </a:lvl4pPr>
            <a:lvl5pPr>
              <a:defRPr sz="2550" b="0">
                <a:solidFill>
                  <a:srgbClr val="F7F7F1"/>
                </a:solidFill>
                <a:latin typeface="Helvetica Neue"/>
                <a:ea typeface="Helvetica Neue"/>
                <a:cs typeface="Helvetica Neue"/>
              </a:defRPr>
            </a:lvl5pPr>
            <a:lvl6pPr>
              <a:defRPr sz="2550" b="0">
                <a:solidFill>
                  <a:srgbClr val="F7F7F1"/>
                </a:solidFill>
                <a:latin typeface="Helvetica Neue"/>
                <a:ea typeface="Helvetica Neue"/>
                <a:cs typeface="Helvetica Neue"/>
              </a:defRPr>
            </a:lvl6pPr>
            <a:lvl7pPr>
              <a:defRPr sz="2550" b="0">
                <a:solidFill>
                  <a:srgbClr val="F7F7F1"/>
                </a:solidFill>
                <a:latin typeface="Helvetica Neue"/>
                <a:ea typeface="Helvetica Neue"/>
                <a:cs typeface="Helvetica Neue"/>
              </a:defRPr>
            </a:lvl7pPr>
            <a:lvl8pPr>
              <a:defRPr sz="2550" b="0">
                <a:solidFill>
                  <a:srgbClr val="F7F7F1"/>
                </a:solidFill>
                <a:latin typeface="Helvetica Neue"/>
                <a:ea typeface="Helvetica Neue"/>
                <a:cs typeface="Helvetica Neue"/>
              </a:defRPr>
            </a:lvl8pPr>
            <a:lvl9pPr>
              <a:defRPr sz="2550" b="0">
                <a:solidFill>
                  <a:srgbClr val="F7F7F1"/>
                </a:solidFill>
                <a:latin typeface="Helvetica Neue"/>
                <a:ea typeface="Helvetica Neue"/>
                <a:cs typeface="Helvetica Neue"/>
              </a:defRPr>
            </a:lvl9pPr>
          </a:lstStyle>
          <a:p xmlns:a="http://schemas.openxmlformats.org/drawingml/2006/main">
            <a:pPr>
              <a:defRPr sz="2550" b="0">
                <a:solidFill>
                  <a:srgbClr val="F7F7F1"/>
                </a:solidFill>
                <a:latin typeface="Helvetica Neue"/>
                <a:ea typeface="Helvetica Neue"/>
                <a:cs typeface="Helvetica Neue"/>
              </a:defRPr>
            </a:pPr>
            <a:r>
              <a:rPr sz="2550" b="0">
                <a:solidFill>
                  <a:srgbClr val="F7F7F1"/>
                </a:solidFill>
                <a:latin typeface="Helvetica Neue"/>
                <a:ea typeface="Helvetica Neue"/>
                <a:cs typeface="Helvetica Neue"/>
              </a:rPr>
              <a:t>A quiet companion for getting back to your work.</a:t>
            </a:r>
          </a:p>
        </p:txBody>
      </p:sp>
    </p:spTree>
    <p:extLst>
      <p:ext uri="{BB962C8B-B14F-4D97-AF65-F5344CB8AC3E}">
        <p14:creationId xmlns:p14="http://schemas.microsoft.com/office/powerpoint/2010/main" val="833614731"/>
      </p:ext>
    </p:extLst>
  </p:cSld>
</p:sld>
</file>

<file path=ppt/slides/slide2.xml><?xml version="1.0" encoding="utf-8"?>
<p:sld xmlns:p="http://schemas.openxmlformats.org/presentationml/2006/main">
  <p:cSld>
    <p:bg>
      <p:bgPr>
        <a:solidFill xmlns:a="http://schemas.openxmlformats.org/drawingml/2006/main">
          <a:srgbClr val="F7F7F1"/>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E98178A-EC5F-45B0-BCE6-ABDE5ECEB737}"/>
              </a:ext>
            </a:extLst>
          </p:cNvPr>
          <p:cNvSpPr>
            <a:spLocks xmlns:a="http://schemas.openxmlformats.org/drawingml/2006/main" noGrp="1"/>
          </p:cNvSpPr>
          <p:nvPr/>
        </p:nvSpPr>
        <p:spPr>
          <a:xfrm xmlns:a="http://schemas.openxmlformats.org/drawingml/2006/main">
            <a:off x="723900" y="552450"/>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1">
                <a:solidFill>
                  <a:srgbClr val="62796B"/>
                </a:solidFill>
                <a:latin typeface="Helvetica Neue"/>
                <a:ea typeface="Helvetica Neue"/>
                <a:cs typeface="Helvetica Neue"/>
              </a:defRPr>
            </a:defPPr>
            <a:lvl1pPr>
              <a:defRPr sz="1200" b="1">
                <a:solidFill>
                  <a:srgbClr val="62796B"/>
                </a:solidFill>
                <a:latin typeface="Helvetica Neue"/>
                <a:ea typeface="Helvetica Neue"/>
                <a:cs typeface="Helvetica Neue"/>
              </a:defRPr>
            </a:lvl1pPr>
            <a:lvl2pPr>
              <a:defRPr sz="1200" b="1">
                <a:solidFill>
                  <a:srgbClr val="62796B"/>
                </a:solidFill>
                <a:latin typeface="Helvetica Neue"/>
                <a:ea typeface="Helvetica Neue"/>
                <a:cs typeface="Helvetica Neue"/>
              </a:defRPr>
            </a:lvl2pPr>
            <a:lvl3pPr>
              <a:defRPr sz="1200" b="1">
                <a:solidFill>
                  <a:srgbClr val="62796B"/>
                </a:solidFill>
                <a:latin typeface="Helvetica Neue"/>
                <a:ea typeface="Helvetica Neue"/>
                <a:cs typeface="Helvetica Neue"/>
              </a:defRPr>
            </a:lvl3pPr>
            <a:lvl4pPr>
              <a:defRPr sz="1200" b="1">
                <a:solidFill>
                  <a:srgbClr val="62796B"/>
                </a:solidFill>
                <a:latin typeface="Helvetica Neue"/>
                <a:ea typeface="Helvetica Neue"/>
                <a:cs typeface="Helvetica Neue"/>
              </a:defRPr>
            </a:lvl4pPr>
            <a:lvl5pPr>
              <a:defRPr sz="1200" b="1">
                <a:solidFill>
                  <a:srgbClr val="62796B"/>
                </a:solidFill>
                <a:latin typeface="Helvetica Neue"/>
                <a:ea typeface="Helvetica Neue"/>
                <a:cs typeface="Helvetica Neue"/>
              </a:defRPr>
            </a:lvl5pPr>
            <a:lvl6pPr>
              <a:defRPr sz="1200" b="1">
                <a:solidFill>
                  <a:srgbClr val="62796B"/>
                </a:solidFill>
                <a:latin typeface="Helvetica Neue"/>
                <a:ea typeface="Helvetica Neue"/>
                <a:cs typeface="Helvetica Neue"/>
              </a:defRPr>
            </a:lvl6pPr>
            <a:lvl7pPr>
              <a:defRPr sz="1200" b="1">
                <a:solidFill>
                  <a:srgbClr val="62796B"/>
                </a:solidFill>
                <a:latin typeface="Helvetica Neue"/>
                <a:ea typeface="Helvetica Neue"/>
                <a:cs typeface="Helvetica Neue"/>
              </a:defRPr>
            </a:lvl7pPr>
            <a:lvl8pPr>
              <a:defRPr sz="1200" b="1">
                <a:solidFill>
                  <a:srgbClr val="62796B"/>
                </a:solidFill>
                <a:latin typeface="Helvetica Neue"/>
                <a:ea typeface="Helvetica Neue"/>
                <a:cs typeface="Helvetica Neue"/>
              </a:defRPr>
            </a:lvl8pPr>
            <a:lvl9pPr>
              <a:defRPr sz="1200" b="1">
                <a:solidFill>
                  <a:srgbClr val="62796B"/>
                </a:solidFill>
                <a:latin typeface="Helvetica Neue"/>
                <a:ea typeface="Helvetica Neue"/>
                <a:cs typeface="Helvetica Neue"/>
              </a:defRPr>
            </a:lvl9pPr>
          </a:lstStyle>
          <a:p xmlns:a="http://schemas.openxmlformats.org/drawingml/2006/main">
            <a:pPr>
              <a:defRPr sz="1200" b="1">
                <a:solidFill>
                  <a:srgbClr val="62796B"/>
                </a:solidFill>
                <a:latin typeface="Helvetica Neue"/>
                <a:ea typeface="Helvetica Neue"/>
                <a:cs typeface="Helvetica Neue"/>
              </a:defRPr>
            </a:pPr>
            <a:r>
              <a:rPr sz="1200" b="1">
                <a:solidFill>
                  <a:srgbClr val="62796B"/>
                </a:solidFill>
                <a:latin typeface="Helvetica Neue"/>
                <a:ea typeface="Helvetica Neue"/>
                <a:cs typeface="Helvetica Neue"/>
              </a:rPr>
              <a:t>THE PROBLEM</a:t>
            </a:r>
          </a:p>
        </p:txBody>
      </p:sp>
      <p:sp>
        <p:nvSpPr>
          <p:cNvPr id="2" name="">
            <a:extLst xmlns:a="http://schemas.openxmlformats.org/drawingml/2006/main">
              <a:ext uri="{FF2B5EF4-FFF2-40B4-BE49-F238E27FC236}">
                <a16:creationId xmlns:a16="http://schemas.microsoft.com/office/drawing/2014/main" id="{E2705DFE-306B-46EE-8359-6F18A6FF7945}"/>
              </a:ext>
            </a:extLst>
          </p:cNvPr>
          <p:cNvSpPr>
            <a:spLocks xmlns:a="http://schemas.openxmlformats.org/drawingml/2006/main" noGrp="1"/>
          </p:cNvSpPr>
          <p:nvPr/>
        </p:nvSpPr>
        <p:spPr>
          <a:xfrm xmlns:a="http://schemas.openxmlformats.org/drawingml/2006/main">
            <a:off x="723900" y="1181100"/>
            <a:ext cx="10572750" cy="1447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4350" b="1">
                <a:solidFill>
                  <a:srgbClr val="263D35"/>
                </a:solidFill>
                <a:latin typeface="Helvetica Neue"/>
                <a:ea typeface="Helvetica Neue"/>
                <a:cs typeface="Helvetica Neue"/>
              </a:defRPr>
            </a:defPPr>
            <a:lvl1pPr>
              <a:defRPr sz="4350" b="1">
                <a:solidFill>
                  <a:srgbClr val="263D35"/>
                </a:solidFill>
                <a:latin typeface="Helvetica Neue"/>
                <a:ea typeface="Helvetica Neue"/>
                <a:cs typeface="Helvetica Neue"/>
              </a:defRPr>
            </a:lvl1pPr>
            <a:lvl2pPr>
              <a:defRPr sz="4350" b="1">
                <a:solidFill>
                  <a:srgbClr val="263D35"/>
                </a:solidFill>
                <a:latin typeface="Helvetica Neue"/>
                <a:ea typeface="Helvetica Neue"/>
                <a:cs typeface="Helvetica Neue"/>
              </a:defRPr>
            </a:lvl2pPr>
            <a:lvl3pPr>
              <a:defRPr sz="4350" b="1">
                <a:solidFill>
                  <a:srgbClr val="263D35"/>
                </a:solidFill>
                <a:latin typeface="Helvetica Neue"/>
                <a:ea typeface="Helvetica Neue"/>
                <a:cs typeface="Helvetica Neue"/>
              </a:defRPr>
            </a:lvl3pPr>
            <a:lvl4pPr>
              <a:defRPr sz="4350" b="1">
                <a:solidFill>
                  <a:srgbClr val="263D35"/>
                </a:solidFill>
                <a:latin typeface="Helvetica Neue"/>
                <a:ea typeface="Helvetica Neue"/>
                <a:cs typeface="Helvetica Neue"/>
              </a:defRPr>
            </a:lvl4pPr>
            <a:lvl5pPr>
              <a:defRPr sz="4350" b="1">
                <a:solidFill>
                  <a:srgbClr val="263D35"/>
                </a:solidFill>
                <a:latin typeface="Helvetica Neue"/>
                <a:ea typeface="Helvetica Neue"/>
                <a:cs typeface="Helvetica Neue"/>
              </a:defRPr>
            </a:lvl5pPr>
            <a:lvl6pPr>
              <a:defRPr sz="4350" b="1">
                <a:solidFill>
                  <a:srgbClr val="263D35"/>
                </a:solidFill>
                <a:latin typeface="Helvetica Neue"/>
                <a:ea typeface="Helvetica Neue"/>
                <a:cs typeface="Helvetica Neue"/>
              </a:defRPr>
            </a:lvl6pPr>
            <a:lvl7pPr>
              <a:defRPr sz="4350" b="1">
                <a:solidFill>
                  <a:srgbClr val="263D35"/>
                </a:solidFill>
                <a:latin typeface="Helvetica Neue"/>
                <a:ea typeface="Helvetica Neue"/>
                <a:cs typeface="Helvetica Neue"/>
              </a:defRPr>
            </a:lvl7pPr>
            <a:lvl8pPr>
              <a:defRPr sz="4350" b="1">
                <a:solidFill>
                  <a:srgbClr val="263D35"/>
                </a:solidFill>
                <a:latin typeface="Helvetica Neue"/>
                <a:ea typeface="Helvetica Neue"/>
                <a:cs typeface="Helvetica Neue"/>
              </a:defRPr>
            </a:lvl8pPr>
            <a:lvl9pPr>
              <a:defRPr sz="4350" b="1">
                <a:solidFill>
                  <a:srgbClr val="263D35"/>
                </a:solidFill>
                <a:latin typeface="Helvetica Neue"/>
                <a:ea typeface="Helvetica Neue"/>
                <a:cs typeface="Helvetica Neue"/>
              </a:defRPr>
            </a:lvl9pPr>
          </a:lstStyle>
          <a:p xmlns:a="http://schemas.openxmlformats.org/drawingml/2006/main">
            <a:pPr>
              <a:defRPr sz="4350" b="1">
                <a:solidFill>
                  <a:srgbClr val="263D35"/>
                </a:solidFill>
                <a:latin typeface="Helvetica Neue"/>
                <a:ea typeface="Helvetica Neue"/>
                <a:cs typeface="Helvetica Neue"/>
              </a:defRPr>
            </a:pPr>
            <a:r>
              <a:rPr sz="4350" b="1">
                <a:solidFill>
                  <a:srgbClr val="263D35"/>
                </a:solidFill>
                <a:latin typeface="Helvetica Neue"/>
                <a:ea typeface="Helvetica Neue"/>
                <a:cs typeface="Helvetica Neue"/>
              </a:rPr>
              <a:t>Coming back is the hard part</a:t>
            </a:r>
          </a:p>
        </p:txBody>
      </p:sp>
      <p:sp>
        <p:nvSpPr>
          <p:cNvPr id="3" name="">
            <a:extLst xmlns:a="http://schemas.openxmlformats.org/drawingml/2006/main">
              <a:ext uri="{FF2B5EF4-FFF2-40B4-BE49-F238E27FC236}">
                <a16:creationId xmlns:a16="http://schemas.microsoft.com/office/drawing/2014/main" id="{6B8664A2-576E-4364-87DD-9BFADAC80E65}"/>
              </a:ext>
            </a:extLst>
          </p:cNvPr>
          <p:cNvSpPr>
            <a:spLocks xmlns:a="http://schemas.openxmlformats.org/drawingml/2006/main" noGrp="1"/>
          </p:cNvSpPr>
          <p:nvPr/>
        </p:nvSpPr>
        <p:spPr>
          <a:xfrm xmlns:a="http://schemas.openxmlformats.org/drawingml/2006/main">
            <a:off x="723900" y="3067050"/>
            <a:ext cx="10096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550" b="0">
                <a:solidFill>
                  <a:srgbClr val="263D35"/>
                </a:solidFill>
                <a:latin typeface="Helvetica Neue"/>
                <a:ea typeface="Helvetica Neue"/>
                <a:cs typeface="Helvetica Neue"/>
              </a:defRPr>
            </a:defPPr>
            <a:lvl1pPr>
              <a:defRPr sz="2550" b="0">
                <a:solidFill>
                  <a:srgbClr val="263D35"/>
                </a:solidFill>
                <a:latin typeface="Helvetica Neue"/>
                <a:ea typeface="Helvetica Neue"/>
                <a:cs typeface="Helvetica Neue"/>
              </a:defRPr>
            </a:lvl1pPr>
            <a:lvl2pPr>
              <a:defRPr sz="2550" b="0">
                <a:solidFill>
                  <a:srgbClr val="263D35"/>
                </a:solidFill>
                <a:latin typeface="Helvetica Neue"/>
                <a:ea typeface="Helvetica Neue"/>
                <a:cs typeface="Helvetica Neue"/>
              </a:defRPr>
            </a:lvl2pPr>
            <a:lvl3pPr>
              <a:defRPr sz="2550" b="0">
                <a:solidFill>
                  <a:srgbClr val="263D35"/>
                </a:solidFill>
                <a:latin typeface="Helvetica Neue"/>
                <a:ea typeface="Helvetica Neue"/>
                <a:cs typeface="Helvetica Neue"/>
              </a:defRPr>
            </a:lvl3pPr>
            <a:lvl4pPr>
              <a:defRPr sz="2550" b="0">
                <a:solidFill>
                  <a:srgbClr val="263D35"/>
                </a:solidFill>
                <a:latin typeface="Helvetica Neue"/>
                <a:ea typeface="Helvetica Neue"/>
                <a:cs typeface="Helvetica Neue"/>
              </a:defRPr>
            </a:lvl4pPr>
            <a:lvl5pPr>
              <a:defRPr sz="2550" b="0">
                <a:solidFill>
                  <a:srgbClr val="263D35"/>
                </a:solidFill>
                <a:latin typeface="Helvetica Neue"/>
                <a:ea typeface="Helvetica Neue"/>
                <a:cs typeface="Helvetica Neue"/>
              </a:defRPr>
            </a:lvl5pPr>
            <a:lvl6pPr>
              <a:defRPr sz="2550" b="0">
                <a:solidFill>
                  <a:srgbClr val="263D35"/>
                </a:solidFill>
                <a:latin typeface="Helvetica Neue"/>
                <a:ea typeface="Helvetica Neue"/>
                <a:cs typeface="Helvetica Neue"/>
              </a:defRPr>
            </a:lvl6pPr>
            <a:lvl7pPr>
              <a:defRPr sz="2550" b="0">
                <a:solidFill>
                  <a:srgbClr val="263D35"/>
                </a:solidFill>
                <a:latin typeface="Helvetica Neue"/>
                <a:ea typeface="Helvetica Neue"/>
                <a:cs typeface="Helvetica Neue"/>
              </a:defRPr>
            </a:lvl7pPr>
            <a:lvl8pPr>
              <a:defRPr sz="2550" b="0">
                <a:solidFill>
                  <a:srgbClr val="263D35"/>
                </a:solidFill>
                <a:latin typeface="Helvetica Neue"/>
                <a:ea typeface="Helvetica Neue"/>
                <a:cs typeface="Helvetica Neue"/>
              </a:defRPr>
            </a:lvl8pPr>
            <a:lvl9pPr>
              <a:defRPr sz="2550" b="0">
                <a:solidFill>
                  <a:srgbClr val="263D35"/>
                </a:solidFill>
                <a:latin typeface="Helvetica Neue"/>
                <a:ea typeface="Helvetica Neue"/>
                <a:cs typeface="Helvetica Neue"/>
              </a:defRPr>
            </a:lvl9pPr>
          </a:lstStyle>
          <a:p xmlns:a="http://schemas.openxmlformats.org/drawingml/2006/main">
            <a:pPr>
              <a:defRPr sz="2550" b="0">
                <a:solidFill>
                  <a:srgbClr val="263D35"/>
                </a:solidFill>
                <a:latin typeface="Helvetica Neue"/>
                <a:ea typeface="Helvetica Neue"/>
                <a:cs typeface="Helvetica Neue"/>
              </a:defRPr>
            </a:pPr>
            <a:r>
              <a:rPr sz="2550" b="0">
                <a:solidFill>
                  <a:srgbClr val="263D35"/>
                </a:solidFill>
                <a:latin typeface="Helvetica Neue"/>
                <a:ea typeface="Helvetica Neue"/>
                <a:cs typeface="Helvetica Neue"/>
              </a:rPr>
              <a:t>A break turns into a different tab.</a:t>
            </a:r>
          </a:p>
        </p:txBody>
      </p:sp>
      <p:sp>
        <p:nvSpPr>
          <p:cNvPr id="4" name="">
            <a:extLst xmlns:a="http://schemas.openxmlformats.org/drawingml/2006/main">
              <a:ext uri="{FF2B5EF4-FFF2-40B4-BE49-F238E27FC236}">
                <a16:creationId xmlns:a16="http://schemas.microsoft.com/office/drawing/2014/main" id="{7476AFDC-1BAF-4960-9DF0-DCDFE5426499}"/>
              </a:ext>
            </a:extLst>
          </p:cNvPr>
          <p:cNvSpPr>
            <a:spLocks xmlns:a="http://schemas.openxmlformats.org/drawingml/2006/main" noGrp="1"/>
          </p:cNvSpPr>
          <p:nvPr/>
        </p:nvSpPr>
        <p:spPr>
          <a:xfrm xmlns:a="http://schemas.openxmlformats.org/drawingml/2006/main">
            <a:off x="723900" y="3943350"/>
            <a:ext cx="10096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550" b="0">
                <a:solidFill>
                  <a:srgbClr val="62796B"/>
                </a:solidFill>
                <a:latin typeface="Helvetica Neue"/>
                <a:ea typeface="Helvetica Neue"/>
                <a:cs typeface="Helvetica Neue"/>
              </a:defRPr>
            </a:defPPr>
            <a:lvl1pPr>
              <a:defRPr sz="2550" b="0">
                <a:solidFill>
                  <a:srgbClr val="62796B"/>
                </a:solidFill>
                <a:latin typeface="Helvetica Neue"/>
                <a:ea typeface="Helvetica Neue"/>
                <a:cs typeface="Helvetica Neue"/>
              </a:defRPr>
            </a:lvl1pPr>
            <a:lvl2pPr>
              <a:defRPr sz="2550" b="0">
                <a:solidFill>
                  <a:srgbClr val="62796B"/>
                </a:solidFill>
                <a:latin typeface="Helvetica Neue"/>
                <a:ea typeface="Helvetica Neue"/>
                <a:cs typeface="Helvetica Neue"/>
              </a:defRPr>
            </a:lvl2pPr>
            <a:lvl3pPr>
              <a:defRPr sz="2550" b="0">
                <a:solidFill>
                  <a:srgbClr val="62796B"/>
                </a:solidFill>
                <a:latin typeface="Helvetica Neue"/>
                <a:ea typeface="Helvetica Neue"/>
                <a:cs typeface="Helvetica Neue"/>
              </a:defRPr>
            </a:lvl3pPr>
            <a:lvl4pPr>
              <a:defRPr sz="2550" b="0">
                <a:solidFill>
                  <a:srgbClr val="62796B"/>
                </a:solidFill>
                <a:latin typeface="Helvetica Neue"/>
                <a:ea typeface="Helvetica Neue"/>
                <a:cs typeface="Helvetica Neue"/>
              </a:defRPr>
            </a:lvl4pPr>
            <a:lvl5pPr>
              <a:defRPr sz="2550" b="0">
                <a:solidFill>
                  <a:srgbClr val="62796B"/>
                </a:solidFill>
                <a:latin typeface="Helvetica Neue"/>
                <a:ea typeface="Helvetica Neue"/>
                <a:cs typeface="Helvetica Neue"/>
              </a:defRPr>
            </a:lvl5pPr>
            <a:lvl6pPr>
              <a:defRPr sz="2550" b="0">
                <a:solidFill>
                  <a:srgbClr val="62796B"/>
                </a:solidFill>
                <a:latin typeface="Helvetica Neue"/>
                <a:ea typeface="Helvetica Neue"/>
                <a:cs typeface="Helvetica Neue"/>
              </a:defRPr>
            </a:lvl6pPr>
            <a:lvl7pPr>
              <a:defRPr sz="2550" b="0">
                <a:solidFill>
                  <a:srgbClr val="62796B"/>
                </a:solidFill>
                <a:latin typeface="Helvetica Neue"/>
                <a:ea typeface="Helvetica Neue"/>
                <a:cs typeface="Helvetica Neue"/>
              </a:defRPr>
            </a:lvl7pPr>
            <a:lvl8pPr>
              <a:defRPr sz="2550" b="0">
                <a:solidFill>
                  <a:srgbClr val="62796B"/>
                </a:solidFill>
                <a:latin typeface="Helvetica Neue"/>
                <a:ea typeface="Helvetica Neue"/>
                <a:cs typeface="Helvetica Neue"/>
              </a:defRPr>
            </a:lvl8pPr>
            <a:lvl9pPr>
              <a:defRPr sz="2550" b="0">
                <a:solidFill>
                  <a:srgbClr val="62796B"/>
                </a:solidFill>
                <a:latin typeface="Helvetica Neue"/>
                <a:ea typeface="Helvetica Neue"/>
                <a:cs typeface="Helvetica Neue"/>
              </a:defRPr>
            </a:lvl9pPr>
          </a:lstStyle>
          <a:p xmlns:a="http://schemas.openxmlformats.org/drawingml/2006/main">
            <a:pPr>
              <a:defRPr sz="2550" b="0">
                <a:solidFill>
                  <a:srgbClr val="62796B"/>
                </a:solidFill>
                <a:latin typeface="Helvetica Neue"/>
                <a:ea typeface="Helvetica Neue"/>
                <a:cs typeface="Helvetica Neue"/>
              </a:defRPr>
            </a:pPr>
            <a:r>
              <a:rPr sz="2550" b="0">
                <a:solidFill>
                  <a:srgbClr val="62796B"/>
                </a:solidFill>
                <a:latin typeface="Helvetica Neue"/>
                <a:ea typeface="Helvetica Neue"/>
                <a:cs typeface="Helvetica Neue"/>
              </a:rPr>
              <a:t>The draft is still open. Restarting feels far away.</a:t>
            </a:r>
          </a:p>
        </p:txBody>
      </p:sp>
    </p:spTree>
    <p:extLst>
      <p:ext uri="{BB962C8B-B14F-4D97-AF65-F5344CB8AC3E}">
        <p14:creationId xmlns:p14="http://schemas.microsoft.com/office/powerpoint/2010/main" val="122647792"/>
      </p:ext>
    </p:extLst>
  </p:cSld>
</p:sld>
</file>

<file path=ppt/slides/slide3.xml><?xml version="1.0" encoding="utf-8"?>
<p:sld xmlns:p="http://schemas.openxmlformats.org/presentationml/2006/main">
  <p:cSld>
    <p:bg>
      <p:bgPr>
        <a:solidFill xmlns:a="http://schemas.openxmlformats.org/drawingml/2006/main">
          <a:srgbClr val="263D35"/>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0DD3C41-4CC2-4CC4-A651-C9A3F4F45BB5}"/>
              </a:ext>
            </a:extLst>
          </p:cNvPr>
          <p:cNvSpPr>
            <a:spLocks xmlns:a="http://schemas.openxmlformats.org/drawingml/2006/main" noGrp="1"/>
          </p:cNvSpPr>
          <p:nvPr/>
        </p:nvSpPr>
        <p:spPr>
          <a:xfrm xmlns:a="http://schemas.openxmlformats.org/drawingml/2006/main">
            <a:off x="723900" y="552450"/>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1">
                <a:solidFill>
                  <a:srgbClr val="CBE2B7"/>
                </a:solidFill>
                <a:latin typeface="Helvetica Neue"/>
                <a:ea typeface="Helvetica Neue"/>
                <a:cs typeface="Helvetica Neue"/>
              </a:defRPr>
            </a:defPPr>
            <a:lvl1pPr>
              <a:defRPr sz="1200" b="1">
                <a:solidFill>
                  <a:srgbClr val="CBE2B7"/>
                </a:solidFill>
                <a:latin typeface="Helvetica Neue"/>
                <a:ea typeface="Helvetica Neue"/>
                <a:cs typeface="Helvetica Neue"/>
              </a:defRPr>
            </a:lvl1pPr>
            <a:lvl2pPr>
              <a:defRPr sz="1200" b="1">
                <a:solidFill>
                  <a:srgbClr val="CBE2B7"/>
                </a:solidFill>
                <a:latin typeface="Helvetica Neue"/>
                <a:ea typeface="Helvetica Neue"/>
                <a:cs typeface="Helvetica Neue"/>
              </a:defRPr>
            </a:lvl2pPr>
            <a:lvl3pPr>
              <a:defRPr sz="1200" b="1">
                <a:solidFill>
                  <a:srgbClr val="CBE2B7"/>
                </a:solidFill>
                <a:latin typeface="Helvetica Neue"/>
                <a:ea typeface="Helvetica Neue"/>
                <a:cs typeface="Helvetica Neue"/>
              </a:defRPr>
            </a:lvl3pPr>
            <a:lvl4pPr>
              <a:defRPr sz="1200" b="1">
                <a:solidFill>
                  <a:srgbClr val="CBE2B7"/>
                </a:solidFill>
                <a:latin typeface="Helvetica Neue"/>
                <a:ea typeface="Helvetica Neue"/>
                <a:cs typeface="Helvetica Neue"/>
              </a:defRPr>
            </a:lvl4pPr>
            <a:lvl5pPr>
              <a:defRPr sz="1200" b="1">
                <a:solidFill>
                  <a:srgbClr val="CBE2B7"/>
                </a:solidFill>
                <a:latin typeface="Helvetica Neue"/>
                <a:ea typeface="Helvetica Neue"/>
                <a:cs typeface="Helvetica Neue"/>
              </a:defRPr>
            </a:lvl5pPr>
            <a:lvl6pPr>
              <a:defRPr sz="1200" b="1">
                <a:solidFill>
                  <a:srgbClr val="CBE2B7"/>
                </a:solidFill>
                <a:latin typeface="Helvetica Neue"/>
                <a:ea typeface="Helvetica Neue"/>
                <a:cs typeface="Helvetica Neue"/>
              </a:defRPr>
            </a:lvl6pPr>
            <a:lvl7pPr>
              <a:defRPr sz="1200" b="1">
                <a:solidFill>
                  <a:srgbClr val="CBE2B7"/>
                </a:solidFill>
                <a:latin typeface="Helvetica Neue"/>
                <a:ea typeface="Helvetica Neue"/>
                <a:cs typeface="Helvetica Neue"/>
              </a:defRPr>
            </a:lvl7pPr>
            <a:lvl8pPr>
              <a:defRPr sz="1200" b="1">
                <a:solidFill>
                  <a:srgbClr val="CBE2B7"/>
                </a:solidFill>
                <a:latin typeface="Helvetica Neue"/>
                <a:ea typeface="Helvetica Neue"/>
                <a:cs typeface="Helvetica Neue"/>
              </a:defRPr>
            </a:lvl8pPr>
            <a:lvl9pPr>
              <a:defRPr sz="1200" b="1">
                <a:solidFill>
                  <a:srgbClr val="CBE2B7"/>
                </a:solidFill>
                <a:latin typeface="Helvetica Neue"/>
                <a:ea typeface="Helvetica Neue"/>
                <a:cs typeface="Helvetica Neue"/>
              </a:defRPr>
            </a:lvl9pPr>
          </a:lstStyle>
          <a:p xmlns:a="http://schemas.openxmlformats.org/drawingml/2006/main">
            <a:pPr>
              <a:defRPr sz="1200" b="1">
                <a:solidFill>
                  <a:srgbClr val="CBE2B7"/>
                </a:solidFill>
                <a:latin typeface="Helvetica Neue"/>
                <a:ea typeface="Helvetica Neue"/>
                <a:cs typeface="Helvetica Neue"/>
              </a:defRPr>
            </a:pPr>
            <a:r>
              <a:rPr sz="1200" b="1">
                <a:solidFill>
                  <a:srgbClr val="CBE2B7"/>
                </a:solidFill>
                <a:latin typeface="Helvetica Neue"/>
                <a:ea typeface="Helvetica Neue"/>
                <a:cs typeface="Helvetica Neue"/>
              </a:rPr>
              <a:t>LIVE DEMO</a:t>
            </a:r>
          </a:p>
        </p:txBody>
      </p:sp>
      <p:sp>
        <p:nvSpPr>
          <p:cNvPr id="2" name="">
            <a:extLst xmlns:a="http://schemas.openxmlformats.org/drawingml/2006/main">
              <a:ext uri="{FF2B5EF4-FFF2-40B4-BE49-F238E27FC236}">
                <a16:creationId xmlns:a16="http://schemas.microsoft.com/office/drawing/2014/main" id="{1AD9496D-2463-4651-8087-06B597A275D1}"/>
              </a:ext>
            </a:extLst>
          </p:cNvPr>
          <p:cNvSpPr>
            <a:spLocks xmlns:a="http://schemas.openxmlformats.org/drawingml/2006/main" noGrp="1"/>
          </p:cNvSpPr>
          <p:nvPr/>
        </p:nvSpPr>
        <p:spPr>
          <a:xfrm xmlns:a="http://schemas.openxmlformats.org/drawingml/2006/main">
            <a:off x="723900" y="1181100"/>
            <a:ext cx="10572750" cy="1447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4350" b="1">
                <a:solidFill>
                  <a:srgbClr val="F7F7F1"/>
                </a:solidFill>
                <a:latin typeface="Helvetica Neue"/>
                <a:ea typeface="Helvetica Neue"/>
                <a:cs typeface="Helvetica Neue"/>
              </a:defRPr>
            </a:defPPr>
            <a:lvl1pPr>
              <a:defRPr sz="4350" b="1">
                <a:solidFill>
                  <a:srgbClr val="F7F7F1"/>
                </a:solidFill>
                <a:latin typeface="Helvetica Neue"/>
                <a:ea typeface="Helvetica Neue"/>
                <a:cs typeface="Helvetica Neue"/>
              </a:defRPr>
            </a:lvl1pPr>
            <a:lvl2pPr>
              <a:defRPr sz="4350" b="1">
                <a:solidFill>
                  <a:srgbClr val="F7F7F1"/>
                </a:solidFill>
                <a:latin typeface="Helvetica Neue"/>
                <a:ea typeface="Helvetica Neue"/>
                <a:cs typeface="Helvetica Neue"/>
              </a:defRPr>
            </a:lvl2pPr>
            <a:lvl3pPr>
              <a:defRPr sz="4350" b="1">
                <a:solidFill>
                  <a:srgbClr val="F7F7F1"/>
                </a:solidFill>
                <a:latin typeface="Helvetica Neue"/>
                <a:ea typeface="Helvetica Neue"/>
                <a:cs typeface="Helvetica Neue"/>
              </a:defRPr>
            </a:lvl3pPr>
            <a:lvl4pPr>
              <a:defRPr sz="4350" b="1">
                <a:solidFill>
                  <a:srgbClr val="F7F7F1"/>
                </a:solidFill>
                <a:latin typeface="Helvetica Neue"/>
                <a:ea typeface="Helvetica Neue"/>
                <a:cs typeface="Helvetica Neue"/>
              </a:defRPr>
            </a:lvl4pPr>
            <a:lvl5pPr>
              <a:defRPr sz="4350" b="1">
                <a:solidFill>
                  <a:srgbClr val="F7F7F1"/>
                </a:solidFill>
                <a:latin typeface="Helvetica Neue"/>
                <a:ea typeface="Helvetica Neue"/>
                <a:cs typeface="Helvetica Neue"/>
              </a:defRPr>
            </a:lvl5pPr>
            <a:lvl6pPr>
              <a:defRPr sz="4350" b="1">
                <a:solidFill>
                  <a:srgbClr val="F7F7F1"/>
                </a:solidFill>
                <a:latin typeface="Helvetica Neue"/>
                <a:ea typeface="Helvetica Neue"/>
                <a:cs typeface="Helvetica Neue"/>
              </a:defRPr>
            </a:lvl6pPr>
            <a:lvl7pPr>
              <a:defRPr sz="4350" b="1">
                <a:solidFill>
                  <a:srgbClr val="F7F7F1"/>
                </a:solidFill>
                <a:latin typeface="Helvetica Neue"/>
                <a:ea typeface="Helvetica Neue"/>
                <a:cs typeface="Helvetica Neue"/>
              </a:defRPr>
            </a:lvl7pPr>
            <a:lvl8pPr>
              <a:defRPr sz="4350" b="1">
                <a:solidFill>
                  <a:srgbClr val="F7F7F1"/>
                </a:solidFill>
                <a:latin typeface="Helvetica Neue"/>
                <a:ea typeface="Helvetica Neue"/>
                <a:cs typeface="Helvetica Neue"/>
              </a:defRPr>
            </a:lvl8pPr>
            <a:lvl9pPr>
              <a:defRPr sz="4350" b="1">
                <a:solidFill>
                  <a:srgbClr val="F7F7F1"/>
                </a:solidFill>
                <a:latin typeface="Helvetica Neue"/>
                <a:ea typeface="Helvetica Neue"/>
                <a:cs typeface="Helvetica Neue"/>
              </a:defRPr>
            </a:lvl9pPr>
          </a:lstStyle>
          <a:p xmlns:a="http://schemas.openxmlformats.org/drawingml/2006/main">
            <a:pPr>
              <a:defRPr sz="4350" b="1">
                <a:solidFill>
                  <a:srgbClr val="F7F7F1"/>
                </a:solidFill>
                <a:latin typeface="Helvetica Neue"/>
                <a:ea typeface="Helvetica Neue"/>
                <a:cs typeface="Helvetica Neue"/>
              </a:defRPr>
            </a:pPr>
            <a:r>
              <a:rPr sz="4350" b="1">
                <a:solidFill>
                  <a:srgbClr val="F7F7F1"/>
                </a:solidFill>
                <a:latin typeface="Helvetica Neue"/>
                <a:ea typeface="Helvetica Neue"/>
                <a:cs typeface="Helvetica Neue"/>
              </a:rPr>
              <a:t>One essay. One detour. One return.</a:t>
            </a:r>
          </a:p>
        </p:txBody>
      </p:sp>
      <p:sp>
        <p:nvSpPr>
          <p:cNvPr id="3" name="">
            <a:extLst xmlns:a="http://schemas.openxmlformats.org/drawingml/2006/main">
              <a:ext uri="{FF2B5EF4-FFF2-40B4-BE49-F238E27FC236}">
                <a16:creationId xmlns:a16="http://schemas.microsoft.com/office/drawing/2014/main" id="{CD4AC328-CA09-44C6-88ED-A1904917F444}"/>
              </a:ext>
            </a:extLst>
          </p:cNvPr>
          <p:cNvSpPr>
            <a:spLocks xmlns:a="http://schemas.openxmlformats.org/drawingml/2006/main" noGrp="1"/>
          </p:cNvSpPr>
          <p:nvPr/>
        </p:nvSpPr>
        <p:spPr>
          <a:xfrm xmlns:a="http://schemas.openxmlformats.org/drawingml/2006/main">
            <a:off x="723900" y="3067050"/>
            <a:ext cx="10096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475" b="0">
                <a:solidFill>
                  <a:srgbClr val="F7F7F1"/>
                </a:solidFill>
                <a:latin typeface="Helvetica Neue"/>
                <a:ea typeface="Helvetica Neue"/>
                <a:cs typeface="Helvetica Neue"/>
              </a:defRPr>
            </a:defPPr>
            <a:lvl1pPr>
              <a:defRPr sz="2475" b="0">
                <a:solidFill>
                  <a:srgbClr val="F7F7F1"/>
                </a:solidFill>
                <a:latin typeface="Helvetica Neue"/>
                <a:ea typeface="Helvetica Neue"/>
                <a:cs typeface="Helvetica Neue"/>
              </a:defRPr>
            </a:lvl1pPr>
            <a:lvl2pPr>
              <a:defRPr sz="2475" b="0">
                <a:solidFill>
                  <a:srgbClr val="F7F7F1"/>
                </a:solidFill>
                <a:latin typeface="Helvetica Neue"/>
                <a:ea typeface="Helvetica Neue"/>
                <a:cs typeface="Helvetica Neue"/>
              </a:defRPr>
            </a:lvl2pPr>
            <a:lvl3pPr>
              <a:defRPr sz="2475" b="0">
                <a:solidFill>
                  <a:srgbClr val="F7F7F1"/>
                </a:solidFill>
                <a:latin typeface="Helvetica Neue"/>
                <a:ea typeface="Helvetica Neue"/>
                <a:cs typeface="Helvetica Neue"/>
              </a:defRPr>
            </a:lvl3pPr>
            <a:lvl4pPr>
              <a:defRPr sz="2475" b="0">
                <a:solidFill>
                  <a:srgbClr val="F7F7F1"/>
                </a:solidFill>
                <a:latin typeface="Helvetica Neue"/>
                <a:ea typeface="Helvetica Neue"/>
                <a:cs typeface="Helvetica Neue"/>
              </a:defRPr>
            </a:lvl4pPr>
            <a:lvl5pPr>
              <a:defRPr sz="2475" b="0">
                <a:solidFill>
                  <a:srgbClr val="F7F7F1"/>
                </a:solidFill>
                <a:latin typeface="Helvetica Neue"/>
                <a:ea typeface="Helvetica Neue"/>
                <a:cs typeface="Helvetica Neue"/>
              </a:defRPr>
            </a:lvl5pPr>
            <a:lvl6pPr>
              <a:defRPr sz="2475" b="0">
                <a:solidFill>
                  <a:srgbClr val="F7F7F1"/>
                </a:solidFill>
                <a:latin typeface="Helvetica Neue"/>
                <a:ea typeface="Helvetica Neue"/>
                <a:cs typeface="Helvetica Neue"/>
              </a:defRPr>
            </a:lvl6pPr>
            <a:lvl7pPr>
              <a:defRPr sz="2475" b="0">
                <a:solidFill>
                  <a:srgbClr val="F7F7F1"/>
                </a:solidFill>
                <a:latin typeface="Helvetica Neue"/>
                <a:ea typeface="Helvetica Neue"/>
                <a:cs typeface="Helvetica Neue"/>
              </a:defRPr>
            </a:lvl7pPr>
            <a:lvl8pPr>
              <a:defRPr sz="2475" b="0">
                <a:solidFill>
                  <a:srgbClr val="F7F7F1"/>
                </a:solidFill>
                <a:latin typeface="Helvetica Neue"/>
                <a:ea typeface="Helvetica Neue"/>
                <a:cs typeface="Helvetica Neue"/>
              </a:defRPr>
            </a:lvl8pPr>
            <a:lvl9pPr>
              <a:defRPr sz="2475" b="0">
                <a:solidFill>
                  <a:srgbClr val="F7F7F1"/>
                </a:solidFill>
                <a:latin typeface="Helvetica Neue"/>
                <a:ea typeface="Helvetica Neue"/>
                <a:cs typeface="Helvetica Neue"/>
              </a:defRPr>
            </a:lvl9pPr>
          </a:lstStyle>
          <a:p xmlns:a="http://schemas.openxmlformats.org/drawingml/2006/main">
            <a:pPr>
              <a:defRPr sz="2475" b="0">
                <a:solidFill>
                  <a:srgbClr val="F7F7F1"/>
                </a:solidFill>
                <a:latin typeface="Helvetica Neue"/>
                <a:ea typeface="Helvetica Neue"/>
                <a:cs typeface="Helvetica Neue"/>
              </a:defRPr>
            </a:pPr>
            <a:r>
              <a:rPr sz="2475" b="0">
                <a:solidFill>
                  <a:srgbClr val="F7F7F1"/>
                </a:solidFill>
                <a:latin typeface="Helvetica Neue"/>
                <a:ea typeface="Helvetica Neue"/>
                <a:cs typeface="Helvetica Neue"/>
              </a:rPr>
              <a:t>Google Docs essay</a:t>
            </a:r>
          </a:p>
        </p:txBody>
      </p:sp>
      <p:sp>
        <p:nvSpPr>
          <p:cNvPr id="4" name="">
            <a:extLst xmlns:a="http://schemas.openxmlformats.org/drawingml/2006/main">
              <a:ext uri="{FF2B5EF4-FFF2-40B4-BE49-F238E27FC236}">
                <a16:creationId xmlns:a16="http://schemas.microsoft.com/office/drawing/2014/main" id="{1956B45A-B1F9-4751-8C6B-F4B6F7719887}"/>
              </a:ext>
            </a:extLst>
          </p:cNvPr>
          <p:cNvSpPr>
            <a:spLocks xmlns:a="http://schemas.openxmlformats.org/drawingml/2006/main" noGrp="1"/>
          </p:cNvSpPr>
          <p:nvPr/>
        </p:nvSpPr>
        <p:spPr>
          <a:xfrm xmlns:a="http://schemas.openxmlformats.org/drawingml/2006/main">
            <a:off x="723900" y="3714750"/>
            <a:ext cx="10096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475" b="0">
                <a:solidFill>
                  <a:srgbClr val="F7F7F1"/>
                </a:solidFill>
                <a:latin typeface="Helvetica Neue"/>
                <a:ea typeface="Helvetica Neue"/>
                <a:cs typeface="Helvetica Neue"/>
              </a:defRPr>
            </a:defPPr>
            <a:lvl1pPr>
              <a:defRPr sz="2475" b="0">
                <a:solidFill>
                  <a:srgbClr val="F7F7F1"/>
                </a:solidFill>
                <a:latin typeface="Helvetica Neue"/>
                <a:ea typeface="Helvetica Neue"/>
                <a:cs typeface="Helvetica Neue"/>
              </a:defRPr>
            </a:lvl1pPr>
            <a:lvl2pPr>
              <a:defRPr sz="2475" b="0">
                <a:solidFill>
                  <a:srgbClr val="F7F7F1"/>
                </a:solidFill>
                <a:latin typeface="Helvetica Neue"/>
                <a:ea typeface="Helvetica Neue"/>
                <a:cs typeface="Helvetica Neue"/>
              </a:defRPr>
            </a:lvl2pPr>
            <a:lvl3pPr>
              <a:defRPr sz="2475" b="0">
                <a:solidFill>
                  <a:srgbClr val="F7F7F1"/>
                </a:solidFill>
                <a:latin typeface="Helvetica Neue"/>
                <a:ea typeface="Helvetica Neue"/>
                <a:cs typeface="Helvetica Neue"/>
              </a:defRPr>
            </a:lvl3pPr>
            <a:lvl4pPr>
              <a:defRPr sz="2475" b="0">
                <a:solidFill>
                  <a:srgbClr val="F7F7F1"/>
                </a:solidFill>
                <a:latin typeface="Helvetica Neue"/>
                <a:ea typeface="Helvetica Neue"/>
                <a:cs typeface="Helvetica Neue"/>
              </a:defRPr>
            </a:lvl4pPr>
            <a:lvl5pPr>
              <a:defRPr sz="2475" b="0">
                <a:solidFill>
                  <a:srgbClr val="F7F7F1"/>
                </a:solidFill>
                <a:latin typeface="Helvetica Neue"/>
                <a:ea typeface="Helvetica Neue"/>
                <a:cs typeface="Helvetica Neue"/>
              </a:defRPr>
            </a:lvl5pPr>
            <a:lvl6pPr>
              <a:defRPr sz="2475" b="0">
                <a:solidFill>
                  <a:srgbClr val="F7F7F1"/>
                </a:solidFill>
                <a:latin typeface="Helvetica Neue"/>
                <a:ea typeface="Helvetica Neue"/>
                <a:cs typeface="Helvetica Neue"/>
              </a:defRPr>
            </a:lvl6pPr>
            <a:lvl7pPr>
              <a:defRPr sz="2475" b="0">
                <a:solidFill>
                  <a:srgbClr val="F7F7F1"/>
                </a:solidFill>
                <a:latin typeface="Helvetica Neue"/>
                <a:ea typeface="Helvetica Neue"/>
                <a:cs typeface="Helvetica Neue"/>
              </a:defRPr>
            </a:lvl7pPr>
            <a:lvl8pPr>
              <a:defRPr sz="2475" b="0">
                <a:solidFill>
                  <a:srgbClr val="F7F7F1"/>
                </a:solidFill>
                <a:latin typeface="Helvetica Neue"/>
                <a:ea typeface="Helvetica Neue"/>
                <a:cs typeface="Helvetica Neue"/>
              </a:defRPr>
            </a:lvl8pPr>
            <a:lvl9pPr>
              <a:defRPr sz="2475" b="0">
                <a:solidFill>
                  <a:srgbClr val="F7F7F1"/>
                </a:solidFill>
                <a:latin typeface="Helvetica Neue"/>
                <a:ea typeface="Helvetica Neue"/>
                <a:cs typeface="Helvetica Neue"/>
              </a:defRPr>
            </a:lvl9pPr>
          </a:lstStyle>
          <a:p xmlns:a="http://schemas.openxmlformats.org/drawingml/2006/main">
            <a:pPr>
              <a:defRPr sz="2475" b="0">
                <a:solidFill>
                  <a:srgbClr val="F7F7F1"/>
                </a:solidFill>
                <a:latin typeface="Helvetica Neue"/>
                <a:ea typeface="Helvetica Neue"/>
                <a:cs typeface="Helvetica Neue"/>
              </a:defRPr>
            </a:pPr>
            <a:r>
              <a:rPr sz="2475" b="0">
                <a:solidFill>
                  <a:srgbClr val="F7F7F1"/>
                </a:solidFill>
                <a:latin typeface="Helvetica Neue"/>
                <a:ea typeface="Helvetica Neue"/>
                <a:cs typeface="Helvetica Neue"/>
              </a:rPr>
              <a:t>YouTube detour</a:t>
            </a:r>
          </a:p>
        </p:txBody>
      </p:sp>
      <p:sp>
        <p:nvSpPr>
          <p:cNvPr id="5" name="">
            <a:extLst xmlns:a="http://schemas.openxmlformats.org/drawingml/2006/main">
              <a:ext uri="{FF2B5EF4-FFF2-40B4-BE49-F238E27FC236}">
                <a16:creationId xmlns:a16="http://schemas.microsoft.com/office/drawing/2014/main" id="{290E83B6-26DD-40FA-9874-4C0CBC57DCB7}"/>
              </a:ext>
            </a:extLst>
          </p:cNvPr>
          <p:cNvSpPr>
            <a:spLocks xmlns:a="http://schemas.openxmlformats.org/drawingml/2006/main" noGrp="1"/>
          </p:cNvSpPr>
          <p:nvPr/>
        </p:nvSpPr>
        <p:spPr>
          <a:xfrm xmlns:a="http://schemas.openxmlformats.org/drawingml/2006/main">
            <a:off x="723900" y="4362450"/>
            <a:ext cx="10096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475" b="0">
                <a:solidFill>
                  <a:srgbClr val="F7F7F1"/>
                </a:solidFill>
                <a:latin typeface="Helvetica Neue"/>
                <a:ea typeface="Helvetica Neue"/>
                <a:cs typeface="Helvetica Neue"/>
              </a:defRPr>
            </a:defPPr>
            <a:lvl1pPr>
              <a:defRPr sz="2475" b="0">
                <a:solidFill>
                  <a:srgbClr val="F7F7F1"/>
                </a:solidFill>
                <a:latin typeface="Helvetica Neue"/>
                <a:ea typeface="Helvetica Neue"/>
                <a:cs typeface="Helvetica Neue"/>
              </a:defRPr>
            </a:lvl1pPr>
            <a:lvl2pPr>
              <a:defRPr sz="2475" b="0">
                <a:solidFill>
                  <a:srgbClr val="F7F7F1"/>
                </a:solidFill>
                <a:latin typeface="Helvetica Neue"/>
                <a:ea typeface="Helvetica Neue"/>
                <a:cs typeface="Helvetica Neue"/>
              </a:defRPr>
            </a:lvl2pPr>
            <a:lvl3pPr>
              <a:defRPr sz="2475" b="0">
                <a:solidFill>
                  <a:srgbClr val="F7F7F1"/>
                </a:solidFill>
                <a:latin typeface="Helvetica Neue"/>
                <a:ea typeface="Helvetica Neue"/>
                <a:cs typeface="Helvetica Neue"/>
              </a:defRPr>
            </a:lvl3pPr>
            <a:lvl4pPr>
              <a:defRPr sz="2475" b="0">
                <a:solidFill>
                  <a:srgbClr val="F7F7F1"/>
                </a:solidFill>
                <a:latin typeface="Helvetica Neue"/>
                <a:ea typeface="Helvetica Neue"/>
                <a:cs typeface="Helvetica Neue"/>
              </a:defRPr>
            </a:lvl4pPr>
            <a:lvl5pPr>
              <a:defRPr sz="2475" b="0">
                <a:solidFill>
                  <a:srgbClr val="F7F7F1"/>
                </a:solidFill>
                <a:latin typeface="Helvetica Neue"/>
                <a:ea typeface="Helvetica Neue"/>
                <a:cs typeface="Helvetica Neue"/>
              </a:defRPr>
            </a:lvl5pPr>
            <a:lvl6pPr>
              <a:defRPr sz="2475" b="0">
                <a:solidFill>
                  <a:srgbClr val="F7F7F1"/>
                </a:solidFill>
                <a:latin typeface="Helvetica Neue"/>
                <a:ea typeface="Helvetica Neue"/>
                <a:cs typeface="Helvetica Neue"/>
              </a:defRPr>
            </a:lvl6pPr>
            <a:lvl7pPr>
              <a:defRPr sz="2475" b="0">
                <a:solidFill>
                  <a:srgbClr val="F7F7F1"/>
                </a:solidFill>
                <a:latin typeface="Helvetica Neue"/>
                <a:ea typeface="Helvetica Neue"/>
                <a:cs typeface="Helvetica Neue"/>
              </a:defRPr>
            </a:lvl7pPr>
            <a:lvl8pPr>
              <a:defRPr sz="2475" b="0">
                <a:solidFill>
                  <a:srgbClr val="F7F7F1"/>
                </a:solidFill>
                <a:latin typeface="Helvetica Neue"/>
                <a:ea typeface="Helvetica Neue"/>
                <a:cs typeface="Helvetica Neue"/>
              </a:defRPr>
            </a:lvl8pPr>
            <a:lvl9pPr>
              <a:defRPr sz="2475" b="0">
                <a:solidFill>
                  <a:srgbClr val="F7F7F1"/>
                </a:solidFill>
                <a:latin typeface="Helvetica Neue"/>
                <a:ea typeface="Helvetica Neue"/>
                <a:cs typeface="Helvetica Neue"/>
              </a:defRPr>
            </a:lvl9pPr>
          </a:lstStyle>
          <a:p xmlns:a="http://schemas.openxmlformats.org/drawingml/2006/main">
            <a:pPr>
              <a:defRPr sz="2475" b="0">
                <a:solidFill>
                  <a:srgbClr val="F7F7F1"/>
                </a:solidFill>
                <a:latin typeface="Helvetica Neue"/>
                <a:ea typeface="Helvetica Neue"/>
                <a:cs typeface="Helvetica Neue"/>
              </a:defRPr>
            </a:pPr>
            <a:r>
              <a:rPr sz="2475" b="0">
                <a:solidFill>
                  <a:srgbClr val="F7F7F1"/>
                </a:solidFill>
                <a:latin typeface="Helvetica Neue"/>
                <a:ea typeface="Helvetica Neue"/>
                <a:cs typeface="Helvetica Neue"/>
              </a:rPr>
              <a:t>“Take me back”</a:t>
            </a:r>
          </a:p>
        </p:txBody>
      </p:sp>
      <p:sp>
        <p:nvSpPr>
          <p:cNvPr id="6" name="">
            <a:extLst xmlns:a="http://schemas.openxmlformats.org/drawingml/2006/main">
              <a:ext uri="{FF2B5EF4-FFF2-40B4-BE49-F238E27FC236}">
                <a16:creationId xmlns:a16="http://schemas.microsoft.com/office/drawing/2014/main" id="{E6622B5A-DD78-4117-B870-FD517C58DA16}"/>
              </a:ext>
            </a:extLst>
          </p:cNvPr>
          <p:cNvSpPr>
            <a:spLocks xmlns:a="http://schemas.openxmlformats.org/drawingml/2006/main" noGrp="1"/>
          </p:cNvSpPr>
          <p:nvPr/>
        </p:nvSpPr>
        <p:spPr>
          <a:xfrm xmlns:a="http://schemas.openxmlformats.org/drawingml/2006/main">
            <a:off x="723900" y="5010150"/>
            <a:ext cx="10096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475" b="0">
                <a:solidFill>
                  <a:srgbClr val="F7F7F1"/>
                </a:solidFill>
                <a:latin typeface="Helvetica Neue"/>
                <a:ea typeface="Helvetica Neue"/>
                <a:cs typeface="Helvetica Neue"/>
              </a:defRPr>
            </a:defPPr>
            <a:lvl1pPr>
              <a:defRPr sz="2475" b="0">
                <a:solidFill>
                  <a:srgbClr val="F7F7F1"/>
                </a:solidFill>
                <a:latin typeface="Helvetica Neue"/>
                <a:ea typeface="Helvetica Neue"/>
                <a:cs typeface="Helvetica Neue"/>
              </a:defRPr>
            </a:lvl1pPr>
            <a:lvl2pPr>
              <a:defRPr sz="2475" b="0">
                <a:solidFill>
                  <a:srgbClr val="F7F7F1"/>
                </a:solidFill>
                <a:latin typeface="Helvetica Neue"/>
                <a:ea typeface="Helvetica Neue"/>
                <a:cs typeface="Helvetica Neue"/>
              </a:defRPr>
            </a:lvl2pPr>
            <a:lvl3pPr>
              <a:defRPr sz="2475" b="0">
                <a:solidFill>
                  <a:srgbClr val="F7F7F1"/>
                </a:solidFill>
                <a:latin typeface="Helvetica Neue"/>
                <a:ea typeface="Helvetica Neue"/>
                <a:cs typeface="Helvetica Neue"/>
              </a:defRPr>
            </a:lvl3pPr>
            <a:lvl4pPr>
              <a:defRPr sz="2475" b="0">
                <a:solidFill>
                  <a:srgbClr val="F7F7F1"/>
                </a:solidFill>
                <a:latin typeface="Helvetica Neue"/>
                <a:ea typeface="Helvetica Neue"/>
                <a:cs typeface="Helvetica Neue"/>
              </a:defRPr>
            </a:lvl4pPr>
            <a:lvl5pPr>
              <a:defRPr sz="2475" b="0">
                <a:solidFill>
                  <a:srgbClr val="F7F7F1"/>
                </a:solidFill>
                <a:latin typeface="Helvetica Neue"/>
                <a:ea typeface="Helvetica Neue"/>
                <a:cs typeface="Helvetica Neue"/>
              </a:defRPr>
            </a:lvl5pPr>
            <a:lvl6pPr>
              <a:defRPr sz="2475" b="0">
                <a:solidFill>
                  <a:srgbClr val="F7F7F1"/>
                </a:solidFill>
                <a:latin typeface="Helvetica Neue"/>
                <a:ea typeface="Helvetica Neue"/>
                <a:cs typeface="Helvetica Neue"/>
              </a:defRPr>
            </a:lvl6pPr>
            <a:lvl7pPr>
              <a:defRPr sz="2475" b="0">
                <a:solidFill>
                  <a:srgbClr val="F7F7F1"/>
                </a:solidFill>
                <a:latin typeface="Helvetica Neue"/>
                <a:ea typeface="Helvetica Neue"/>
                <a:cs typeface="Helvetica Neue"/>
              </a:defRPr>
            </a:lvl7pPr>
            <a:lvl8pPr>
              <a:defRPr sz="2475" b="0">
                <a:solidFill>
                  <a:srgbClr val="F7F7F1"/>
                </a:solidFill>
                <a:latin typeface="Helvetica Neue"/>
                <a:ea typeface="Helvetica Neue"/>
                <a:cs typeface="Helvetica Neue"/>
              </a:defRPr>
            </a:lvl8pPr>
            <a:lvl9pPr>
              <a:defRPr sz="2475" b="0">
                <a:solidFill>
                  <a:srgbClr val="F7F7F1"/>
                </a:solidFill>
                <a:latin typeface="Helvetica Neue"/>
                <a:ea typeface="Helvetica Neue"/>
                <a:cs typeface="Helvetica Neue"/>
              </a:defRPr>
            </a:lvl9pPr>
          </a:lstStyle>
          <a:p xmlns:a="http://schemas.openxmlformats.org/drawingml/2006/main">
            <a:pPr>
              <a:defRPr sz="2475" b="0">
                <a:solidFill>
                  <a:srgbClr val="F7F7F1"/>
                </a:solidFill>
                <a:latin typeface="Helvetica Neue"/>
                <a:ea typeface="Helvetica Neue"/>
                <a:cs typeface="Helvetica Neue"/>
              </a:defRPr>
            </a:pPr>
            <a:r>
              <a:rPr sz="2475" b="0">
                <a:solidFill>
                  <a:srgbClr val="F7F7F1"/>
                </a:solidFill>
                <a:latin typeface="Helvetica Neue"/>
                <a:ea typeface="Helvetica Neue"/>
                <a:cs typeface="Helvetica Neue"/>
              </a:rPr>
              <a:t>A question beside the draft</a:t>
            </a:r>
          </a:p>
        </p:txBody>
      </p:sp>
    </p:spTree>
    <p:extLst>
      <p:ext uri="{BB962C8B-B14F-4D97-AF65-F5344CB8AC3E}">
        <p14:creationId xmlns:p14="http://schemas.microsoft.com/office/powerpoint/2010/main" val="1082428908"/>
      </p:ext>
    </p:extLst>
  </p:cSld>
</p:sld>
</file>

<file path=ppt/slides/slide4.xml><?xml version="1.0" encoding="utf-8"?>
<p:sld xmlns:p="http://schemas.openxmlformats.org/presentationml/2006/main">
  <p:cSld>
    <p:bg>
      <p:bgPr>
        <a:solidFill xmlns:a="http://schemas.openxmlformats.org/drawingml/2006/main">
          <a:srgbClr val="F7F7F1"/>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3B215AB-8FE0-439C-8530-E2F5E7CD9DF7}"/>
              </a:ext>
            </a:extLst>
          </p:cNvPr>
          <p:cNvSpPr>
            <a:spLocks xmlns:a="http://schemas.openxmlformats.org/drawingml/2006/main" noGrp="1"/>
          </p:cNvSpPr>
          <p:nvPr/>
        </p:nvSpPr>
        <p:spPr>
          <a:xfrm xmlns:a="http://schemas.openxmlformats.org/drawingml/2006/main">
            <a:off x="723900" y="552450"/>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1">
                <a:solidFill>
                  <a:srgbClr val="62796B"/>
                </a:solidFill>
                <a:latin typeface="Helvetica Neue"/>
                <a:ea typeface="Helvetica Neue"/>
                <a:cs typeface="Helvetica Neue"/>
              </a:defRPr>
            </a:defPPr>
            <a:lvl1pPr>
              <a:defRPr sz="1200" b="1">
                <a:solidFill>
                  <a:srgbClr val="62796B"/>
                </a:solidFill>
                <a:latin typeface="Helvetica Neue"/>
                <a:ea typeface="Helvetica Neue"/>
                <a:cs typeface="Helvetica Neue"/>
              </a:defRPr>
            </a:lvl1pPr>
            <a:lvl2pPr>
              <a:defRPr sz="1200" b="1">
                <a:solidFill>
                  <a:srgbClr val="62796B"/>
                </a:solidFill>
                <a:latin typeface="Helvetica Neue"/>
                <a:ea typeface="Helvetica Neue"/>
                <a:cs typeface="Helvetica Neue"/>
              </a:defRPr>
            </a:lvl2pPr>
            <a:lvl3pPr>
              <a:defRPr sz="1200" b="1">
                <a:solidFill>
                  <a:srgbClr val="62796B"/>
                </a:solidFill>
                <a:latin typeface="Helvetica Neue"/>
                <a:ea typeface="Helvetica Neue"/>
                <a:cs typeface="Helvetica Neue"/>
              </a:defRPr>
            </a:lvl3pPr>
            <a:lvl4pPr>
              <a:defRPr sz="1200" b="1">
                <a:solidFill>
                  <a:srgbClr val="62796B"/>
                </a:solidFill>
                <a:latin typeface="Helvetica Neue"/>
                <a:ea typeface="Helvetica Neue"/>
                <a:cs typeface="Helvetica Neue"/>
              </a:defRPr>
            </a:lvl4pPr>
            <a:lvl5pPr>
              <a:defRPr sz="1200" b="1">
                <a:solidFill>
                  <a:srgbClr val="62796B"/>
                </a:solidFill>
                <a:latin typeface="Helvetica Neue"/>
                <a:ea typeface="Helvetica Neue"/>
                <a:cs typeface="Helvetica Neue"/>
              </a:defRPr>
            </a:lvl5pPr>
            <a:lvl6pPr>
              <a:defRPr sz="1200" b="1">
                <a:solidFill>
                  <a:srgbClr val="62796B"/>
                </a:solidFill>
                <a:latin typeface="Helvetica Neue"/>
                <a:ea typeface="Helvetica Neue"/>
                <a:cs typeface="Helvetica Neue"/>
              </a:defRPr>
            </a:lvl6pPr>
            <a:lvl7pPr>
              <a:defRPr sz="1200" b="1">
                <a:solidFill>
                  <a:srgbClr val="62796B"/>
                </a:solidFill>
                <a:latin typeface="Helvetica Neue"/>
                <a:ea typeface="Helvetica Neue"/>
                <a:cs typeface="Helvetica Neue"/>
              </a:defRPr>
            </a:lvl7pPr>
            <a:lvl8pPr>
              <a:defRPr sz="1200" b="1">
                <a:solidFill>
                  <a:srgbClr val="62796B"/>
                </a:solidFill>
                <a:latin typeface="Helvetica Neue"/>
                <a:ea typeface="Helvetica Neue"/>
                <a:cs typeface="Helvetica Neue"/>
              </a:defRPr>
            </a:lvl8pPr>
            <a:lvl9pPr>
              <a:defRPr sz="1200" b="1">
                <a:solidFill>
                  <a:srgbClr val="62796B"/>
                </a:solidFill>
                <a:latin typeface="Helvetica Neue"/>
                <a:ea typeface="Helvetica Neue"/>
                <a:cs typeface="Helvetica Neue"/>
              </a:defRPr>
            </a:lvl9pPr>
          </a:lstStyle>
          <a:p xmlns:a="http://schemas.openxmlformats.org/drawingml/2006/main">
            <a:pPr>
              <a:defRPr sz="1200" b="1">
                <a:solidFill>
                  <a:srgbClr val="62796B"/>
                </a:solidFill>
                <a:latin typeface="Helvetica Neue"/>
                <a:ea typeface="Helvetica Neue"/>
                <a:cs typeface="Helvetica Neue"/>
              </a:defRPr>
            </a:pPr>
            <a:r>
              <a:rPr sz="1200" b="1">
                <a:solidFill>
                  <a:srgbClr val="62796B"/>
                </a:solidFill>
                <a:latin typeface="Helvetica Neue"/>
                <a:ea typeface="Helvetica Neue"/>
                <a:cs typeface="Helvetica Neue"/>
              </a:rPr>
              <a:t>HOW IT WORKS</a:t>
            </a:r>
          </a:p>
        </p:txBody>
      </p:sp>
      <p:sp>
        <p:nvSpPr>
          <p:cNvPr id="2" name="">
            <a:extLst xmlns:a="http://schemas.openxmlformats.org/drawingml/2006/main">
              <a:ext uri="{FF2B5EF4-FFF2-40B4-BE49-F238E27FC236}">
                <a16:creationId xmlns:a16="http://schemas.microsoft.com/office/drawing/2014/main" id="{5F1126F9-D168-4288-8296-97931DC7391B}"/>
              </a:ext>
            </a:extLst>
          </p:cNvPr>
          <p:cNvSpPr>
            <a:spLocks xmlns:a="http://schemas.openxmlformats.org/drawingml/2006/main" noGrp="1"/>
          </p:cNvSpPr>
          <p:nvPr/>
        </p:nvSpPr>
        <p:spPr>
          <a:xfrm xmlns:a="http://schemas.openxmlformats.org/drawingml/2006/main">
            <a:off x="723900" y="1181100"/>
            <a:ext cx="10572750" cy="1447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4350" b="1">
                <a:solidFill>
                  <a:srgbClr val="263D35"/>
                </a:solidFill>
                <a:latin typeface="Helvetica Neue"/>
                <a:ea typeface="Helvetica Neue"/>
                <a:cs typeface="Helvetica Neue"/>
              </a:defRPr>
            </a:defPPr>
            <a:lvl1pPr>
              <a:defRPr sz="4350" b="1">
                <a:solidFill>
                  <a:srgbClr val="263D35"/>
                </a:solidFill>
                <a:latin typeface="Helvetica Neue"/>
                <a:ea typeface="Helvetica Neue"/>
                <a:cs typeface="Helvetica Neue"/>
              </a:defRPr>
            </a:lvl1pPr>
            <a:lvl2pPr>
              <a:defRPr sz="4350" b="1">
                <a:solidFill>
                  <a:srgbClr val="263D35"/>
                </a:solidFill>
                <a:latin typeface="Helvetica Neue"/>
                <a:ea typeface="Helvetica Neue"/>
                <a:cs typeface="Helvetica Neue"/>
              </a:defRPr>
            </a:lvl2pPr>
            <a:lvl3pPr>
              <a:defRPr sz="4350" b="1">
                <a:solidFill>
                  <a:srgbClr val="263D35"/>
                </a:solidFill>
                <a:latin typeface="Helvetica Neue"/>
                <a:ea typeface="Helvetica Neue"/>
                <a:cs typeface="Helvetica Neue"/>
              </a:defRPr>
            </a:lvl3pPr>
            <a:lvl4pPr>
              <a:defRPr sz="4350" b="1">
                <a:solidFill>
                  <a:srgbClr val="263D35"/>
                </a:solidFill>
                <a:latin typeface="Helvetica Neue"/>
                <a:ea typeface="Helvetica Neue"/>
                <a:cs typeface="Helvetica Neue"/>
              </a:defRPr>
            </a:lvl4pPr>
            <a:lvl5pPr>
              <a:defRPr sz="4350" b="1">
                <a:solidFill>
                  <a:srgbClr val="263D35"/>
                </a:solidFill>
                <a:latin typeface="Helvetica Neue"/>
                <a:ea typeface="Helvetica Neue"/>
                <a:cs typeface="Helvetica Neue"/>
              </a:defRPr>
            </a:lvl5pPr>
            <a:lvl6pPr>
              <a:defRPr sz="4350" b="1">
                <a:solidFill>
                  <a:srgbClr val="263D35"/>
                </a:solidFill>
                <a:latin typeface="Helvetica Neue"/>
                <a:ea typeface="Helvetica Neue"/>
                <a:cs typeface="Helvetica Neue"/>
              </a:defRPr>
            </a:lvl6pPr>
            <a:lvl7pPr>
              <a:defRPr sz="4350" b="1">
                <a:solidFill>
                  <a:srgbClr val="263D35"/>
                </a:solidFill>
                <a:latin typeface="Helvetica Neue"/>
                <a:ea typeface="Helvetica Neue"/>
                <a:cs typeface="Helvetica Neue"/>
              </a:defRPr>
            </a:lvl7pPr>
            <a:lvl8pPr>
              <a:defRPr sz="4350" b="1">
                <a:solidFill>
                  <a:srgbClr val="263D35"/>
                </a:solidFill>
                <a:latin typeface="Helvetica Neue"/>
                <a:ea typeface="Helvetica Neue"/>
                <a:cs typeface="Helvetica Neue"/>
              </a:defRPr>
            </a:lvl8pPr>
            <a:lvl9pPr>
              <a:defRPr sz="4350" b="1">
                <a:solidFill>
                  <a:srgbClr val="263D35"/>
                </a:solidFill>
                <a:latin typeface="Helvetica Neue"/>
                <a:ea typeface="Helvetica Neue"/>
                <a:cs typeface="Helvetica Neue"/>
              </a:defRPr>
            </a:lvl9pPr>
          </a:lstStyle>
          <a:p xmlns:a="http://schemas.openxmlformats.org/drawingml/2006/main">
            <a:pPr>
              <a:defRPr sz="4350" b="1">
                <a:solidFill>
                  <a:srgbClr val="263D35"/>
                </a:solidFill>
                <a:latin typeface="Helvetica Neue"/>
                <a:ea typeface="Helvetica Neue"/>
                <a:cs typeface="Helvetica Neue"/>
              </a:defRPr>
            </a:pPr>
            <a:r>
              <a:rPr sz="4350" b="1">
                <a:solidFill>
                  <a:srgbClr val="263D35"/>
                </a:solidFill>
                <a:latin typeface="Helvetica Neue"/>
                <a:ea typeface="Helvetica Neue"/>
                <a:cs typeface="Helvetica Neue"/>
              </a:rPr>
              <a:t>Quiet until help is useful</a:t>
            </a:r>
          </a:p>
        </p:txBody>
      </p:sp>
      <p:sp>
        <p:nvSpPr>
          <p:cNvPr id="3" name="">
            <a:extLst xmlns:a="http://schemas.openxmlformats.org/drawingml/2006/main">
              <a:ext uri="{FF2B5EF4-FFF2-40B4-BE49-F238E27FC236}">
                <a16:creationId xmlns:a16="http://schemas.microsoft.com/office/drawing/2014/main" id="{5B4C9955-0AA5-44E3-81F5-AE6D0D568185}"/>
              </a:ext>
            </a:extLst>
          </p:cNvPr>
          <p:cNvSpPr>
            <a:spLocks xmlns:a="http://schemas.openxmlformats.org/drawingml/2006/main" noGrp="1"/>
          </p:cNvSpPr>
          <p:nvPr/>
        </p:nvSpPr>
        <p:spPr>
          <a:xfrm xmlns:a="http://schemas.openxmlformats.org/drawingml/2006/main">
            <a:off x="723900" y="3067050"/>
            <a:ext cx="10096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0">
                <a:solidFill>
                  <a:srgbClr val="263D35"/>
                </a:solidFill>
                <a:latin typeface="Helvetica Neue"/>
                <a:ea typeface="Helvetica Neue"/>
                <a:cs typeface="Helvetica Neue"/>
              </a:defRPr>
            </a:defPPr>
            <a:lvl1pPr>
              <a:defRPr sz="2250" b="0">
                <a:solidFill>
                  <a:srgbClr val="263D35"/>
                </a:solidFill>
                <a:latin typeface="Helvetica Neue"/>
                <a:ea typeface="Helvetica Neue"/>
                <a:cs typeface="Helvetica Neue"/>
              </a:defRPr>
            </a:lvl1pPr>
            <a:lvl2pPr>
              <a:defRPr sz="2250" b="0">
                <a:solidFill>
                  <a:srgbClr val="263D35"/>
                </a:solidFill>
                <a:latin typeface="Helvetica Neue"/>
                <a:ea typeface="Helvetica Neue"/>
                <a:cs typeface="Helvetica Neue"/>
              </a:defRPr>
            </a:lvl2pPr>
            <a:lvl3pPr>
              <a:defRPr sz="2250" b="0">
                <a:solidFill>
                  <a:srgbClr val="263D35"/>
                </a:solidFill>
                <a:latin typeface="Helvetica Neue"/>
                <a:ea typeface="Helvetica Neue"/>
                <a:cs typeface="Helvetica Neue"/>
              </a:defRPr>
            </a:lvl3pPr>
            <a:lvl4pPr>
              <a:defRPr sz="2250" b="0">
                <a:solidFill>
                  <a:srgbClr val="263D35"/>
                </a:solidFill>
                <a:latin typeface="Helvetica Neue"/>
                <a:ea typeface="Helvetica Neue"/>
                <a:cs typeface="Helvetica Neue"/>
              </a:defRPr>
            </a:lvl4pPr>
            <a:lvl5pPr>
              <a:defRPr sz="2250" b="0">
                <a:solidFill>
                  <a:srgbClr val="263D35"/>
                </a:solidFill>
                <a:latin typeface="Helvetica Neue"/>
                <a:ea typeface="Helvetica Neue"/>
                <a:cs typeface="Helvetica Neue"/>
              </a:defRPr>
            </a:lvl5pPr>
            <a:lvl6pPr>
              <a:defRPr sz="2250" b="0">
                <a:solidFill>
                  <a:srgbClr val="263D35"/>
                </a:solidFill>
                <a:latin typeface="Helvetica Neue"/>
                <a:ea typeface="Helvetica Neue"/>
                <a:cs typeface="Helvetica Neue"/>
              </a:defRPr>
            </a:lvl6pPr>
            <a:lvl7pPr>
              <a:defRPr sz="2250" b="0">
                <a:solidFill>
                  <a:srgbClr val="263D35"/>
                </a:solidFill>
                <a:latin typeface="Helvetica Neue"/>
                <a:ea typeface="Helvetica Neue"/>
                <a:cs typeface="Helvetica Neue"/>
              </a:defRPr>
            </a:lvl7pPr>
            <a:lvl8pPr>
              <a:defRPr sz="2250" b="0">
                <a:solidFill>
                  <a:srgbClr val="263D35"/>
                </a:solidFill>
                <a:latin typeface="Helvetica Neue"/>
                <a:ea typeface="Helvetica Neue"/>
                <a:cs typeface="Helvetica Neue"/>
              </a:defRPr>
            </a:lvl8pPr>
            <a:lvl9pPr>
              <a:defRPr sz="2250" b="0">
                <a:solidFill>
                  <a:srgbClr val="263D35"/>
                </a:solidFill>
                <a:latin typeface="Helvetica Neue"/>
                <a:ea typeface="Helvetica Neue"/>
                <a:cs typeface="Helvetica Neue"/>
              </a:defRPr>
            </a:lvl9pPr>
          </a:lstStyle>
          <a:p xmlns:a="http://schemas.openxmlformats.org/drawingml/2006/main">
            <a:pPr>
              <a:defRPr sz="2250" b="0">
                <a:solidFill>
                  <a:srgbClr val="263D35"/>
                </a:solidFill>
                <a:latin typeface="Helvetica Neue"/>
                <a:ea typeface="Helvetica Neue"/>
                <a:cs typeface="Helvetica Neue"/>
              </a:defRPr>
            </a:pPr>
            <a:r>
              <a:rPr sz="2250" b="0">
                <a:solidFill>
                  <a:srgbClr val="263D35"/>
                </a:solidFill>
                <a:latin typeface="Helvetica Neue"/>
                <a:ea typeface="Helvetica Neue"/>
                <a:cs typeface="Helvetica Neue"/>
              </a:rPr>
              <a:t>Live screen context shows what changed.</a:t>
            </a:r>
          </a:p>
        </p:txBody>
      </p:sp>
      <p:sp>
        <p:nvSpPr>
          <p:cNvPr id="4" name="">
            <a:extLst xmlns:a="http://schemas.openxmlformats.org/drawingml/2006/main">
              <a:ext uri="{FF2B5EF4-FFF2-40B4-BE49-F238E27FC236}">
                <a16:creationId xmlns:a16="http://schemas.microsoft.com/office/drawing/2014/main" id="{E5AE5D72-07A6-4A08-8402-3841FC9FB97F}"/>
              </a:ext>
            </a:extLst>
          </p:cNvPr>
          <p:cNvSpPr>
            <a:spLocks xmlns:a="http://schemas.openxmlformats.org/drawingml/2006/main" noGrp="1"/>
          </p:cNvSpPr>
          <p:nvPr/>
        </p:nvSpPr>
        <p:spPr>
          <a:xfrm xmlns:a="http://schemas.openxmlformats.org/drawingml/2006/main">
            <a:off x="723900" y="3924300"/>
            <a:ext cx="10096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0">
                <a:solidFill>
                  <a:srgbClr val="263D35"/>
                </a:solidFill>
                <a:latin typeface="Helvetica Neue"/>
                <a:ea typeface="Helvetica Neue"/>
                <a:cs typeface="Helvetica Neue"/>
              </a:defRPr>
            </a:defPPr>
            <a:lvl1pPr>
              <a:defRPr sz="2250" b="0">
                <a:solidFill>
                  <a:srgbClr val="263D35"/>
                </a:solidFill>
                <a:latin typeface="Helvetica Neue"/>
                <a:ea typeface="Helvetica Neue"/>
                <a:cs typeface="Helvetica Neue"/>
              </a:defRPr>
            </a:lvl1pPr>
            <a:lvl2pPr>
              <a:defRPr sz="2250" b="0">
                <a:solidFill>
                  <a:srgbClr val="263D35"/>
                </a:solidFill>
                <a:latin typeface="Helvetica Neue"/>
                <a:ea typeface="Helvetica Neue"/>
                <a:cs typeface="Helvetica Neue"/>
              </a:defRPr>
            </a:lvl2pPr>
            <a:lvl3pPr>
              <a:defRPr sz="2250" b="0">
                <a:solidFill>
                  <a:srgbClr val="263D35"/>
                </a:solidFill>
                <a:latin typeface="Helvetica Neue"/>
                <a:ea typeface="Helvetica Neue"/>
                <a:cs typeface="Helvetica Neue"/>
              </a:defRPr>
            </a:lvl3pPr>
            <a:lvl4pPr>
              <a:defRPr sz="2250" b="0">
                <a:solidFill>
                  <a:srgbClr val="263D35"/>
                </a:solidFill>
                <a:latin typeface="Helvetica Neue"/>
                <a:ea typeface="Helvetica Neue"/>
                <a:cs typeface="Helvetica Neue"/>
              </a:defRPr>
            </a:lvl4pPr>
            <a:lvl5pPr>
              <a:defRPr sz="2250" b="0">
                <a:solidFill>
                  <a:srgbClr val="263D35"/>
                </a:solidFill>
                <a:latin typeface="Helvetica Neue"/>
                <a:ea typeface="Helvetica Neue"/>
                <a:cs typeface="Helvetica Neue"/>
              </a:defRPr>
            </a:lvl5pPr>
            <a:lvl6pPr>
              <a:defRPr sz="2250" b="0">
                <a:solidFill>
                  <a:srgbClr val="263D35"/>
                </a:solidFill>
                <a:latin typeface="Helvetica Neue"/>
                <a:ea typeface="Helvetica Neue"/>
                <a:cs typeface="Helvetica Neue"/>
              </a:defRPr>
            </a:lvl6pPr>
            <a:lvl7pPr>
              <a:defRPr sz="2250" b="0">
                <a:solidFill>
                  <a:srgbClr val="263D35"/>
                </a:solidFill>
                <a:latin typeface="Helvetica Neue"/>
                <a:ea typeface="Helvetica Neue"/>
                <a:cs typeface="Helvetica Neue"/>
              </a:defRPr>
            </a:lvl7pPr>
            <a:lvl8pPr>
              <a:defRPr sz="2250" b="0">
                <a:solidFill>
                  <a:srgbClr val="263D35"/>
                </a:solidFill>
                <a:latin typeface="Helvetica Neue"/>
                <a:ea typeface="Helvetica Neue"/>
                <a:cs typeface="Helvetica Neue"/>
              </a:defRPr>
            </a:lvl8pPr>
            <a:lvl9pPr>
              <a:defRPr sz="2250" b="0">
                <a:solidFill>
                  <a:srgbClr val="263D35"/>
                </a:solidFill>
                <a:latin typeface="Helvetica Neue"/>
                <a:ea typeface="Helvetica Neue"/>
                <a:cs typeface="Helvetica Neue"/>
              </a:defRPr>
            </a:lvl9pPr>
          </a:lstStyle>
          <a:p xmlns:a="http://schemas.openxmlformats.org/drawingml/2006/main">
            <a:pPr>
              <a:defRPr sz="2250" b="0">
                <a:solidFill>
                  <a:srgbClr val="263D35"/>
                </a:solidFill>
                <a:latin typeface="Helvetica Neue"/>
                <a:ea typeface="Helvetica Neue"/>
                <a:cs typeface="Helvetica Neue"/>
              </a:defRPr>
            </a:pPr>
            <a:r>
              <a:rPr sz="2250" b="0">
                <a:solidFill>
                  <a:srgbClr val="263D35"/>
                </a:solidFill>
                <a:latin typeface="Helvetica Neue"/>
                <a:ea typeface="Helvetica Neue"/>
                <a:cs typeface="Helvetica Neue"/>
              </a:rPr>
              <a:t>App rules own the timer and grace period.</a:t>
            </a:r>
          </a:p>
        </p:txBody>
      </p:sp>
      <p:sp>
        <p:nvSpPr>
          <p:cNvPr id="5" name="">
            <a:extLst xmlns:a="http://schemas.openxmlformats.org/drawingml/2006/main">
              <a:ext uri="{FF2B5EF4-FFF2-40B4-BE49-F238E27FC236}">
                <a16:creationId xmlns:a16="http://schemas.microsoft.com/office/drawing/2014/main" id="{102DDFEF-046F-4D65-81B0-526FD4A6A565}"/>
              </a:ext>
            </a:extLst>
          </p:cNvPr>
          <p:cNvSpPr>
            <a:spLocks xmlns:a="http://schemas.openxmlformats.org/drawingml/2006/main" noGrp="1"/>
          </p:cNvSpPr>
          <p:nvPr/>
        </p:nvSpPr>
        <p:spPr>
          <a:xfrm xmlns:a="http://schemas.openxmlformats.org/drawingml/2006/main">
            <a:off x="723900" y="4781550"/>
            <a:ext cx="10096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0">
                <a:solidFill>
                  <a:srgbClr val="263D35"/>
                </a:solidFill>
                <a:latin typeface="Helvetica Neue"/>
                <a:ea typeface="Helvetica Neue"/>
                <a:cs typeface="Helvetica Neue"/>
              </a:defRPr>
            </a:defPPr>
            <a:lvl1pPr>
              <a:defRPr sz="2250" b="0">
                <a:solidFill>
                  <a:srgbClr val="263D35"/>
                </a:solidFill>
                <a:latin typeface="Helvetica Neue"/>
                <a:ea typeface="Helvetica Neue"/>
                <a:cs typeface="Helvetica Neue"/>
              </a:defRPr>
            </a:lvl1pPr>
            <a:lvl2pPr>
              <a:defRPr sz="2250" b="0">
                <a:solidFill>
                  <a:srgbClr val="263D35"/>
                </a:solidFill>
                <a:latin typeface="Helvetica Neue"/>
                <a:ea typeface="Helvetica Neue"/>
                <a:cs typeface="Helvetica Neue"/>
              </a:defRPr>
            </a:lvl2pPr>
            <a:lvl3pPr>
              <a:defRPr sz="2250" b="0">
                <a:solidFill>
                  <a:srgbClr val="263D35"/>
                </a:solidFill>
                <a:latin typeface="Helvetica Neue"/>
                <a:ea typeface="Helvetica Neue"/>
                <a:cs typeface="Helvetica Neue"/>
              </a:defRPr>
            </a:lvl3pPr>
            <a:lvl4pPr>
              <a:defRPr sz="2250" b="0">
                <a:solidFill>
                  <a:srgbClr val="263D35"/>
                </a:solidFill>
                <a:latin typeface="Helvetica Neue"/>
                <a:ea typeface="Helvetica Neue"/>
                <a:cs typeface="Helvetica Neue"/>
              </a:defRPr>
            </a:lvl4pPr>
            <a:lvl5pPr>
              <a:defRPr sz="2250" b="0">
                <a:solidFill>
                  <a:srgbClr val="263D35"/>
                </a:solidFill>
                <a:latin typeface="Helvetica Neue"/>
                <a:ea typeface="Helvetica Neue"/>
                <a:cs typeface="Helvetica Neue"/>
              </a:defRPr>
            </a:lvl5pPr>
            <a:lvl6pPr>
              <a:defRPr sz="2250" b="0">
                <a:solidFill>
                  <a:srgbClr val="263D35"/>
                </a:solidFill>
                <a:latin typeface="Helvetica Neue"/>
                <a:ea typeface="Helvetica Neue"/>
                <a:cs typeface="Helvetica Neue"/>
              </a:defRPr>
            </a:lvl6pPr>
            <a:lvl7pPr>
              <a:defRPr sz="2250" b="0">
                <a:solidFill>
                  <a:srgbClr val="263D35"/>
                </a:solidFill>
                <a:latin typeface="Helvetica Neue"/>
                <a:ea typeface="Helvetica Neue"/>
                <a:cs typeface="Helvetica Neue"/>
              </a:defRPr>
            </a:lvl7pPr>
            <a:lvl8pPr>
              <a:defRPr sz="2250" b="0">
                <a:solidFill>
                  <a:srgbClr val="263D35"/>
                </a:solidFill>
                <a:latin typeface="Helvetica Neue"/>
                <a:ea typeface="Helvetica Neue"/>
                <a:cs typeface="Helvetica Neue"/>
              </a:defRPr>
            </a:lvl8pPr>
            <a:lvl9pPr>
              <a:defRPr sz="2250" b="0">
                <a:solidFill>
                  <a:srgbClr val="263D35"/>
                </a:solidFill>
                <a:latin typeface="Helvetica Neue"/>
                <a:ea typeface="Helvetica Neue"/>
                <a:cs typeface="Helvetica Neue"/>
              </a:defRPr>
            </a:lvl9pPr>
          </a:lstStyle>
          <a:p xmlns:a="http://schemas.openxmlformats.org/drawingml/2006/main">
            <a:pPr>
              <a:defRPr sz="2250" b="0">
                <a:solidFill>
                  <a:srgbClr val="263D35"/>
                </a:solidFill>
                <a:latin typeface="Helvetica Neue"/>
                <a:ea typeface="Helvetica Neue"/>
                <a:cs typeface="Helvetica Neue"/>
              </a:defRPr>
            </a:pPr>
            <a:r>
              <a:rPr sz="2250" b="0">
                <a:solidFill>
                  <a:srgbClr val="263D35"/>
                </a:solidFill>
                <a:latin typeface="Helvetica Neue"/>
                <a:ea typeface="Helvetica Neue"/>
                <a:cs typeface="Helvetica Neue"/>
              </a:rPr>
              <a:t>A small prompt helps the student re-enter.</a:t>
            </a:r>
          </a:p>
        </p:txBody>
      </p:sp>
    </p:spTree>
    <p:extLst>
      <p:ext uri="{BB962C8B-B14F-4D97-AF65-F5344CB8AC3E}">
        <p14:creationId xmlns:p14="http://schemas.microsoft.com/office/powerpoint/2010/main" val="1949788519"/>
      </p:ext>
    </p:extLst>
  </p:cSld>
</p:sld>
</file>

<file path=ppt/slides/slide5.xml><?xml version="1.0" encoding="utf-8"?>
<p:sld xmlns:p="http://schemas.openxmlformats.org/presentationml/2006/main">
  <p:cSld>
    <p:bg>
      <p:bgPr>
        <a:solidFill xmlns:a="http://schemas.openxmlformats.org/drawingml/2006/main">
          <a:srgbClr val="F7F7F1"/>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3446A90-4270-4E54-B426-D3DD670A897E}"/>
              </a:ext>
            </a:extLst>
          </p:cNvPr>
          <p:cNvSpPr>
            <a:spLocks xmlns:a="http://schemas.openxmlformats.org/drawingml/2006/main" noGrp="1"/>
          </p:cNvSpPr>
          <p:nvPr/>
        </p:nvSpPr>
        <p:spPr>
          <a:xfrm xmlns:a="http://schemas.openxmlformats.org/drawingml/2006/main">
            <a:off x="723900" y="552450"/>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1">
                <a:solidFill>
                  <a:srgbClr val="62796B"/>
                </a:solidFill>
                <a:latin typeface="Helvetica Neue"/>
                <a:ea typeface="Helvetica Neue"/>
                <a:cs typeface="Helvetica Neue"/>
              </a:defRPr>
            </a:defPPr>
            <a:lvl1pPr>
              <a:defRPr sz="1200" b="1">
                <a:solidFill>
                  <a:srgbClr val="62796B"/>
                </a:solidFill>
                <a:latin typeface="Helvetica Neue"/>
                <a:ea typeface="Helvetica Neue"/>
                <a:cs typeface="Helvetica Neue"/>
              </a:defRPr>
            </a:lvl1pPr>
            <a:lvl2pPr>
              <a:defRPr sz="1200" b="1">
                <a:solidFill>
                  <a:srgbClr val="62796B"/>
                </a:solidFill>
                <a:latin typeface="Helvetica Neue"/>
                <a:ea typeface="Helvetica Neue"/>
                <a:cs typeface="Helvetica Neue"/>
              </a:defRPr>
            </a:lvl2pPr>
            <a:lvl3pPr>
              <a:defRPr sz="1200" b="1">
                <a:solidFill>
                  <a:srgbClr val="62796B"/>
                </a:solidFill>
                <a:latin typeface="Helvetica Neue"/>
                <a:ea typeface="Helvetica Neue"/>
                <a:cs typeface="Helvetica Neue"/>
              </a:defRPr>
            </a:lvl3pPr>
            <a:lvl4pPr>
              <a:defRPr sz="1200" b="1">
                <a:solidFill>
                  <a:srgbClr val="62796B"/>
                </a:solidFill>
                <a:latin typeface="Helvetica Neue"/>
                <a:ea typeface="Helvetica Neue"/>
                <a:cs typeface="Helvetica Neue"/>
              </a:defRPr>
            </a:lvl4pPr>
            <a:lvl5pPr>
              <a:defRPr sz="1200" b="1">
                <a:solidFill>
                  <a:srgbClr val="62796B"/>
                </a:solidFill>
                <a:latin typeface="Helvetica Neue"/>
                <a:ea typeface="Helvetica Neue"/>
                <a:cs typeface="Helvetica Neue"/>
              </a:defRPr>
            </a:lvl5pPr>
            <a:lvl6pPr>
              <a:defRPr sz="1200" b="1">
                <a:solidFill>
                  <a:srgbClr val="62796B"/>
                </a:solidFill>
                <a:latin typeface="Helvetica Neue"/>
                <a:ea typeface="Helvetica Neue"/>
                <a:cs typeface="Helvetica Neue"/>
              </a:defRPr>
            </a:lvl6pPr>
            <a:lvl7pPr>
              <a:defRPr sz="1200" b="1">
                <a:solidFill>
                  <a:srgbClr val="62796B"/>
                </a:solidFill>
                <a:latin typeface="Helvetica Neue"/>
                <a:ea typeface="Helvetica Neue"/>
                <a:cs typeface="Helvetica Neue"/>
              </a:defRPr>
            </a:lvl7pPr>
            <a:lvl8pPr>
              <a:defRPr sz="1200" b="1">
                <a:solidFill>
                  <a:srgbClr val="62796B"/>
                </a:solidFill>
                <a:latin typeface="Helvetica Neue"/>
                <a:ea typeface="Helvetica Neue"/>
                <a:cs typeface="Helvetica Neue"/>
              </a:defRPr>
            </a:lvl8pPr>
            <a:lvl9pPr>
              <a:defRPr sz="1200" b="1">
                <a:solidFill>
                  <a:srgbClr val="62796B"/>
                </a:solidFill>
                <a:latin typeface="Helvetica Neue"/>
                <a:ea typeface="Helvetica Neue"/>
                <a:cs typeface="Helvetica Neue"/>
              </a:defRPr>
            </a:lvl9pPr>
          </a:lstStyle>
          <a:p xmlns:a="http://schemas.openxmlformats.org/drawingml/2006/main">
            <a:pPr>
              <a:defRPr sz="1200" b="1">
                <a:solidFill>
                  <a:srgbClr val="62796B"/>
                </a:solidFill>
                <a:latin typeface="Helvetica Neue"/>
                <a:ea typeface="Helvetica Neue"/>
                <a:cs typeface="Helvetica Neue"/>
              </a:defRPr>
            </a:pPr>
            <a:r>
              <a:rPr sz="1200" b="1">
                <a:solidFill>
                  <a:srgbClr val="62796B"/>
                </a:solidFill>
                <a:latin typeface="Helvetica Neue"/>
                <a:ea typeface="Helvetica Neue"/>
                <a:cs typeface="Helvetica Neue"/>
              </a:rPr>
              <a:t>STUDENT CONTROL</a:t>
            </a:r>
          </a:p>
        </p:txBody>
      </p:sp>
      <p:sp>
        <p:nvSpPr>
          <p:cNvPr id="2" name="">
            <a:extLst xmlns:a="http://schemas.openxmlformats.org/drawingml/2006/main">
              <a:ext uri="{FF2B5EF4-FFF2-40B4-BE49-F238E27FC236}">
                <a16:creationId xmlns:a16="http://schemas.microsoft.com/office/drawing/2014/main" id="{7C16F0E8-EB6F-4ECD-AE2A-A60E28CF0030}"/>
              </a:ext>
            </a:extLst>
          </p:cNvPr>
          <p:cNvSpPr>
            <a:spLocks xmlns:a="http://schemas.openxmlformats.org/drawingml/2006/main" noGrp="1"/>
          </p:cNvSpPr>
          <p:nvPr/>
        </p:nvSpPr>
        <p:spPr>
          <a:xfrm xmlns:a="http://schemas.openxmlformats.org/drawingml/2006/main">
            <a:off x="723900" y="1181100"/>
            <a:ext cx="10572750" cy="1447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4350" b="1">
                <a:solidFill>
                  <a:srgbClr val="263D35"/>
                </a:solidFill>
                <a:latin typeface="Helvetica Neue"/>
                <a:ea typeface="Helvetica Neue"/>
                <a:cs typeface="Helvetica Neue"/>
              </a:defRPr>
            </a:defPPr>
            <a:lvl1pPr>
              <a:defRPr sz="4350" b="1">
                <a:solidFill>
                  <a:srgbClr val="263D35"/>
                </a:solidFill>
                <a:latin typeface="Helvetica Neue"/>
                <a:ea typeface="Helvetica Neue"/>
                <a:cs typeface="Helvetica Neue"/>
              </a:defRPr>
            </a:lvl1pPr>
            <a:lvl2pPr>
              <a:defRPr sz="4350" b="1">
                <a:solidFill>
                  <a:srgbClr val="263D35"/>
                </a:solidFill>
                <a:latin typeface="Helvetica Neue"/>
                <a:ea typeface="Helvetica Neue"/>
                <a:cs typeface="Helvetica Neue"/>
              </a:defRPr>
            </a:lvl2pPr>
            <a:lvl3pPr>
              <a:defRPr sz="4350" b="1">
                <a:solidFill>
                  <a:srgbClr val="263D35"/>
                </a:solidFill>
                <a:latin typeface="Helvetica Neue"/>
                <a:ea typeface="Helvetica Neue"/>
                <a:cs typeface="Helvetica Neue"/>
              </a:defRPr>
            </a:lvl3pPr>
            <a:lvl4pPr>
              <a:defRPr sz="4350" b="1">
                <a:solidFill>
                  <a:srgbClr val="263D35"/>
                </a:solidFill>
                <a:latin typeface="Helvetica Neue"/>
                <a:ea typeface="Helvetica Neue"/>
                <a:cs typeface="Helvetica Neue"/>
              </a:defRPr>
            </a:lvl4pPr>
            <a:lvl5pPr>
              <a:defRPr sz="4350" b="1">
                <a:solidFill>
                  <a:srgbClr val="263D35"/>
                </a:solidFill>
                <a:latin typeface="Helvetica Neue"/>
                <a:ea typeface="Helvetica Neue"/>
                <a:cs typeface="Helvetica Neue"/>
              </a:defRPr>
            </a:lvl5pPr>
            <a:lvl6pPr>
              <a:defRPr sz="4350" b="1">
                <a:solidFill>
                  <a:srgbClr val="263D35"/>
                </a:solidFill>
                <a:latin typeface="Helvetica Neue"/>
                <a:ea typeface="Helvetica Neue"/>
                <a:cs typeface="Helvetica Neue"/>
              </a:defRPr>
            </a:lvl6pPr>
            <a:lvl7pPr>
              <a:defRPr sz="4350" b="1">
                <a:solidFill>
                  <a:srgbClr val="263D35"/>
                </a:solidFill>
                <a:latin typeface="Helvetica Neue"/>
                <a:ea typeface="Helvetica Neue"/>
                <a:cs typeface="Helvetica Neue"/>
              </a:defRPr>
            </a:lvl7pPr>
            <a:lvl8pPr>
              <a:defRPr sz="4350" b="1">
                <a:solidFill>
                  <a:srgbClr val="263D35"/>
                </a:solidFill>
                <a:latin typeface="Helvetica Neue"/>
                <a:ea typeface="Helvetica Neue"/>
                <a:cs typeface="Helvetica Neue"/>
              </a:defRPr>
            </a:lvl8pPr>
            <a:lvl9pPr>
              <a:defRPr sz="4350" b="1">
                <a:solidFill>
                  <a:srgbClr val="263D35"/>
                </a:solidFill>
                <a:latin typeface="Helvetica Neue"/>
                <a:ea typeface="Helvetica Neue"/>
                <a:cs typeface="Helvetica Neue"/>
              </a:defRPr>
            </a:lvl9pPr>
          </a:lstStyle>
          <a:p xmlns:a="http://schemas.openxmlformats.org/drawingml/2006/main">
            <a:pPr>
              <a:defRPr sz="4350" b="1">
                <a:solidFill>
                  <a:srgbClr val="263D35"/>
                </a:solidFill>
                <a:latin typeface="Helvetica Neue"/>
                <a:ea typeface="Helvetica Neue"/>
                <a:cs typeface="Helvetica Neue"/>
              </a:defRPr>
            </a:pPr>
            <a:r>
              <a:rPr sz="4350" b="1">
                <a:solidFill>
                  <a:srgbClr val="263D35"/>
                </a:solidFill>
                <a:latin typeface="Helvetica Neue"/>
                <a:ea typeface="Helvetica Neue"/>
                <a:cs typeface="Helvetica Neue"/>
              </a:rPr>
              <a:t>Support without pressure</a:t>
            </a:r>
          </a:p>
        </p:txBody>
      </p:sp>
      <p:sp>
        <p:nvSpPr>
          <p:cNvPr id="3" name="">
            <a:extLst xmlns:a="http://schemas.openxmlformats.org/drawingml/2006/main">
              <a:ext uri="{FF2B5EF4-FFF2-40B4-BE49-F238E27FC236}">
                <a16:creationId xmlns:a16="http://schemas.microsoft.com/office/drawing/2014/main" id="{F7AAB7E8-4797-455D-AC45-63DAB3F65EFA}"/>
              </a:ext>
            </a:extLst>
          </p:cNvPr>
          <p:cNvSpPr>
            <a:spLocks xmlns:a="http://schemas.openxmlformats.org/drawingml/2006/main" noGrp="1"/>
          </p:cNvSpPr>
          <p:nvPr/>
        </p:nvSpPr>
        <p:spPr>
          <a:xfrm xmlns:a="http://schemas.openxmlformats.org/drawingml/2006/main">
            <a:off x="723900" y="3048000"/>
            <a:ext cx="10096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400" b="0">
                <a:solidFill>
                  <a:srgbClr val="263D35"/>
                </a:solidFill>
                <a:latin typeface="Helvetica Neue"/>
                <a:ea typeface="Helvetica Neue"/>
                <a:cs typeface="Helvetica Neue"/>
              </a:defRPr>
            </a:defPPr>
            <a:lvl1pPr>
              <a:defRPr sz="2400" b="0">
                <a:solidFill>
                  <a:srgbClr val="263D35"/>
                </a:solidFill>
                <a:latin typeface="Helvetica Neue"/>
                <a:ea typeface="Helvetica Neue"/>
                <a:cs typeface="Helvetica Neue"/>
              </a:defRPr>
            </a:lvl1pPr>
            <a:lvl2pPr>
              <a:defRPr sz="2400" b="0">
                <a:solidFill>
                  <a:srgbClr val="263D35"/>
                </a:solidFill>
                <a:latin typeface="Helvetica Neue"/>
                <a:ea typeface="Helvetica Neue"/>
                <a:cs typeface="Helvetica Neue"/>
              </a:defRPr>
            </a:lvl2pPr>
            <a:lvl3pPr>
              <a:defRPr sz="2400" b="0">
                <a:solidFill>
                  <a:srgbClr val="263D35"/>
                </a:solidFill>
                <a:latin typeface="Helvetica Neue"/>
                <a:ea typeface="Helvetica Neue"/>
                <a:cs typeface="Helvetica Neue"/>
              </a:defRPr>
            </a:lvl3pPr>
            <a:lvl4pPr>
              <a:defRPr sz="2400" b="0">
                <a:solidFill>
                  <a:srgbClr val="263D35"/>
                </a:solidFill>
                <a:latin typeface="Helvetica Neue"/>
                <a:ea typeface="Helvetica Neue"/>
                <a:cs typeface="Helvetica Neue"/>
              </a:defRPr>
            </a:lvl4pPr>
            <a:lvl5pPr>
              <a:defRPr sz="2400" b="0">
                <a:solidFill>
                  <a:srgbClr val="263D35"/>
                </a:solidFill>
                <a:latin typeface="Helvetica Neue"/>
                <a:ea typeface="Helvetica Neue"/>
                <a:cs typeface="Helvetica Neue"/>
              </a:defRPr>
            </a:lvl5pPr>
            <a:lvl6pPr>
              <a:defRPr sz="2400" b="0">
                <a:solidFill>
                  <a:srgbClr val="263D35"/>
                </a:solidFill>
                <a:latin typeface="Helvetica Neue"/>
                <a:ea typeface="Helvetica Neue"/>
                <a:cs typeface="Helvetica Neue"/>
              </a:defRPr>
            </a:lvl6pPr>
            <a:lvl7pPr>
              <a:defRPr sz="2400" b="0">
                <a:solidFill>
                  <a:srgbClr val="263D35"/>
                </a:solidFill>
                <a:latin typeface="Helvetica Neue"/>
                <a:ea typeface="Helvetica Neue"/>
                <a:cs typeface="Helvetica Neue"/>
              </a:defRPr>
            </a:lvl7pPr>
            <a:lvl8pPr>
              <a:defRPr sz="2400" b="0">
                <a:solidFill>
                  <a:srgbClr val="263D35"/>
                </a:solidFill>
                <a:latin typeface="Helvetica Neue"/>
                <a:ea typeface="Helvetica Neue"/>
                <a:cs typeface="Helvetica Neue"/>
              </a:defRPr>
            </a:lvl8pPr>
            <a:lvl9pPr>
              <a:defRPr sz="2400" b="0">
                <a:solidFill>
                  <a:srgbClr val="263D35"/>
                </a:solidFill>
                <a:latin typeface="Helvetica Neue"/>
                <a:ea typeface="Helvetica Neue"/>
                <a:cs typeface="Helvetica Neue"/>
              </a:defRPr>
            </a:lvl9pPr>
          </a:lstStyle>
          <a:p xmlns:a="http://schemas.openxmlformats.org/drawingml/2006/main">
            <a:pPr>
              <a:defRPr sz="2400" b="0">
                <a:solidFill>
                  <a:srgbClr val="263D35"/>
                </a:solidFill>
                <a:latin typeface="Helvetica Neue"/>
                <a:ea typeface="Helvetica Neue"/>
                <a:cs typeface="Helvetica Neue"/>
              </a:defRPr>
            </a:pPr>
            <a:r>
              <a:rPr sz="2400" b="0">
                <a:solidFill>
                  <a:srgbClr val="263D35"/>
                </a:solidFill>
                <a:latin typeface="Helvetica Neue"/>
                <a:ea typeface="Helvetica Neue"/>
                <a:cs typeface="Helvetica Neue"/>
              </a:rPr>
              <a:t>Pause or snooze in one action.</a:t>
            </a:r>
          </a:p>
        </p:txBody>
      </p:sp>
      <p:sp>
        <p:nvSpPr>
          <p:cNvPr id="4" name="">
            <a:extLst xmlns:a="http://schemas.openxmlformats.org/drawingml/2006/main">
              <a:ext uri="{FF2B5EF4-FFF2-40B4-BE49-F238E27FC236}">
                <a16:creationId xmlns:a16="http://schemas.microsoft.com/office/drawing/2014/main" id="{3ECA1B80-E42C-41F7-A213-7EFF690E13D8}"/>
              </a:ext>
            </a:extLst>
          </p:cNvPr>
          <p:cNvSpPr>
            <a:spLocks xmlns:a="http://schemas.openxmlformats.org/drawingml/2006/main" noGrp="1"/>
          </p:cNvSpPr>
          <p:nvPr/>
        </p:nvSpPr>
        <p:spPr>
          <a:xfrm xmlns:a="http://schemas.openxmlformats.org/drawingml/2006/main">
            <a:off x="723900" y="3943350"/>
            <a:ext cx="10096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400" b="0">
                <a:solidFill>
                  <a:srgbClr val="263D35"/>
                </a:solidFill>
                <a:latin typeface="Helvetica Neue"/>
                <a:ea typeface="Helvetica Neue"/>
                <a:cs typeface="Helvetica Neue"/>
              </a:defRPr>
            </a:defPPr>
            <a:lvl1pPr>
              <a:defRPr sz="2400" b="0">
                <a:solidFill>
                  <a:srgbClr val="263D35"/>
                </a:solidFill>
                <a:latin typeface="Helvetica Neue"/>
                <a:ea typeface="Helvetica Neue"/>
                <a:cs typeface="Helvetica Neue"/>
              </a:defRPr>
            </a:lvl1pPr>
            <a:lvl2pPr>
              <a:defRPr sz="2400" b="0">
                <a:solidFill>
                  <a:srgbClr val="263D35"/>
                </a:solidFill>
                <a:latin typeface="Helvetica Neue"/>
                <a:ea typeface="Helvetica Neue"/>
                <a:cs typeface="Helvetica Neue"/>
              </a:defRPr>
            </a:lvl2pPr>
            <a:lvl3pPr>
              <a:defRPr sz="2400" b="0">
                <a:solidFill>
                  <a:srgbClr val="263D35"/>
                </a:solidFill>
                <a:latin typeface="Helvetica Neue"/>
                <a:ea typeface="Helvetica Neue"/>
                <a:cs typeface="Helvetica Neue"/>
              </a:defRPr>
            </a:lvl3pPr>
            <a:lvl4pPr>
              <a:defRPr sz="2400" b="0">
                <a:solidFill>
                  <a:srgbClr val="263D35"/>
                </a:solidFill>
                <a:latin typeface="Helvetica Neue"/>
                <a:ea typeface="Helvetica Neue"/>
                <a:cs typeface="Helvetica Neue"/>
              </a:defRPr>
            </a:lvl4pPr>
            <a:lvl5pPr>
              <a:defRPr sz="2400" b="0">
                <a:solidFill>
                  <a:srgbClr val="263D35"/>
                </a:solidFill>
                <a:latin typeface="Helvetica Neue"/>
                <a:ea typeface="Helvetica Neue"/>
                <a:cs typeface="Helvetica Neue"/>
              </a:defRPr>
            </a:lvl5pPr>
            <a:lvl6pPr>
              <a:defRPr sz="2400" b="0">
                <a:solidFill>
                  <a:srgbClr val="263D35"/>
                </a:solidFill>
                <a:latin typeface="Helvetica Neue"/>
                <a:ea typeface="Helvetica Neue"/>
                <a:cs typeface="Helvetica Neue"/>
              </a:defRPr>
            </a:lvl6pPr>
            <a:lvl7pPr>
              <a:defRPr sz="2400" b="0">
                <a:solidFill>
                  <a:srgbClr val="263D35"/>
                </a:solidFill>
                <a:latin typeface="Helvetica Neue"/>
                <a:ea typeface="Helvetica Neue"/>
                <a:cs typeface="Helvetica Neue"/>
              </a:defRPr>
            </a:lvl7pPr>
            <a:lvl8pPr>
              <a:defRPr sz="2400" b="0">
                <a:solidFill>
                  <a:srgbClr val="263D35"/>
                </a:solidFill>
                <a:latin typeface="Helvetica Neue"/>
                <a:ea typeface="Helvetica Neue"/>
                <a:cs typeface="Helvetica Neue"/>
              </a:defRPr>
            </a:lvl8pPr>
            <a:lvl9pPr>
              <a:defRPr sz="2400" b="0">
                <a:solidFill>
                  <a:srgbClr val="263D35"/>
                </a:solidFill>
                <a:latin typeface="Helvetica Neue"/>
                <a:ea typeface="Helvetica Neue"/>
                <a:cs typeface="Helvetica Neue"/>
              </a:defRPr>
            </a:lvl9pPr>
          </a:lstStyle>
          <a:p xmlns:a="http://schemas.openxmlformats.org/drawingml/2006/main">
            <a:pPr>
              <a:defRPr sz="2400" b="0">
                <a:solidFill>
                  <a:srgbClr val="263D35"/>
                </a:solidFill>
                <a:latin typeface="Helvetica Neue"/>
                <a:ea typeface="Helvetica Neue"/>
                <a:cs typeface="Helvetica Neue"/>
              </a:defRPr>
            </a:pPr>
            <a:r>
              <a:rPr sz="2400" b="0">
                <a:solidFill>
                  <a:srgbClr val="263D35"/>
                </a:solidFill>
                <a:latin typeface="Helvetica Neue"/>
                <a:ea typeface="Helvetica Neue"/>
                <a:cs typeface="Helvetica Neue"/>
              </a:rPr>
              <a:t>Research and task related videos can count as work.</a:t>
            </a:r>
          </a:p>
        </p:txBody>
      </p:sp>
      <p:sp>
        <p:nvSpPr>
          <p:cNvPr id="5" name="">
            <a:extLst xmlns:a="http://schemas.openxmlformats.org/drawingml/2006/main">
              <a:ext uri="{FF2B5EF4-FFF2-40B4-BE49-F238E27FC236}">
                <a16:creationId xmlns:a16="http://schemas.microsoft.com/office/drawing/2014/main" id="{AFEDD1D1-145B-4950-A298-38F42529E0DC}"/>
              </a:ext>
            </a:extLst>
          </p:cNvPr>
          <p:cNvSpPr>
            <a:spLocks xmlns:a="http://schemas.openxmlformats.org/drawingml/2006/main" noGrp="1"/>
          </p:cNvSpPr>
          <p:nvPr/>
        </p:nvSpPr>
        <p:spPr>
          <a:xfrm xmlns:a="http://schemas.openxmlformats.org/drawingml/2006/main">
            <a:off x="723900" y="4838700"/>
            <a:ext cx="10096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400" b="0">
                <a:solidFill>
                  <a:srgbClr val="263D35"/>
                </a:solidFill>
                <a:latin typeface="Helvetica Neue"/>
                <a:ea typeface="Helvetica Neue"/>
                <a:cs typeface="Helvetica Neue"/>
              </a:defRPr>
            </a:defPPr>
            <a:lvl1pPr>
              <a:defRPr sz="2400" b="0">
                <a:solidFill>
                  <a:srgbClr val="263D35"/>
                </a:solidFill>
                <a:latin typeface="Helvetica Neue"/>
                <a:ea typeface="Helvetica Neue"/>
                <a:cs typeface="Helvetica Neue"/>
              </a:defRPr>
            </a:lvl1pPr>
            <a:lvl2pPr>
              <a:defRPr sz="2400" b="0">
                <a:solidFill>
                  <a:srgbClr val="263D35"/>
                </a:solidFill>
                <a:latin typeface="Helvetica Neue"/>
                <a:ea typeface="Helvetica Neue"/>
                <a:cs typeface="Helvetica Neue"/>
              </a:defRPr>
            </a:lvl2pPr>
            <a:lvl3pPr>
              <a:defRPr sz="2400" b="0">
                <a:solidFill>
                  <a:srgbClr val="263D35"/>
                </a:solidFill>
                <a:latin typeface="Helvetica Neue"/>
                <a:ea typeface="Helvetica Neue"/>
                <a:cs typeface="Helvetica Neue"/>
              </a:defRPr>
            </a:lvl3pPr>
            <a:lvl4pPr>
              <a:defRPr sz="2400" b="0">
                <a:solidFill>
                  <a:srgbClr val="263D35"/>
                </a:solidFill>
                <a:latin typeface="Helvetica Neue"/>
                <a:ea typeface="Helvetica Neue"/>
                <a:cs typeface="Helvetica Neue"/>
              </a:defRPr>
            </a:lvl4pPr>
            <a:lvl5pPr>
              <a:defRPr sz="2400" b="0">
                <a:solidFill>
                  <a:srgbClr val="263D35"/>
                </a:solidFill>
                <a:latin typeface="Helvetica Neue"/>
                <a:ea typeface="Helvetica Neue"/>
                <a:cs typeface="Helvetica Neue"/>
              </a:defRPr>
            </a:lvl5pPr>
            <a:lvl6pPr>
              <a:defRPr sz="2400" b="0">
                <a:solidFill>
                  <a:srgbClr val="263D35"/>
                </a:solidFill>
                <a:latin typeface="Helvetica Neue"/>
                <a:ea typeface="Helvetica Neue"/>
                <a:cs typeface="Helvetica Neue"/>
              </a:defRPr>
            </a:lvl6pPr>
            <a:lvl7pPr>
              <a:defRPr sz="2400" b="0">
                <a:solidFill>
                  <a:srgbClr val="263D35"/>
                </a:solidFill>
                <a:latin typeface="Helvetica Neue"/>
                <a:ea typeface="Helvetica Neue"/>
                <a:cs typeface="Helvetica Neue"/>
              </a:defRPr>
            </a:lvl7pPr>
            <a:lvl8pPr>
              <a:defRPr sz="2400" b="0">
                <a:solidFill>
                  <a:srgbClr val="263D35"/>
                </a:solidFill>
                <a:latin typeface="Helvetica Neue"/>
                <a:ea typeface="Helvetica Neue"/>
                <a:cs typeface="Helvetica Neue"/>
              </a:defRPr>
            </a:lvl8pPr>
            <a:lvl9pPr>
              <a:defRPr sz="2400" b="0">
                <a:solidFill>
                  <a:srgbClr val="263D35"/>
                </a:solidFill>
                <a:latin typeface="Helvetica Neue"/>
                <a:ea typeface="Helvetica Neue"/>
                <a:cs typeface="Helvetica Neue"/>
              </a:defRPr>
            </a:lvl9pPr>
          </a:lstStyle>
          <a:p xmlns:a="http://schemas.openxmlformats.org/drawingml/2006/main">
            <a:pPr>
              <a:defRPr sz="2400" b="0">
                <a:solidFill>
                  <a:srgbClr val="263D35"/>
                </a:solidFill>
                <a:latin typeface="Helvetica Neue"/>
                <a:ea typeface="Helvetica Neue"/>
                <a:cs typeface="Helvetica Neue"/>
              </a:defRPr>
            </a:pPr>
            <a:r>
              <a:rPr sz="2400" b="0">
                <a:solidFill>
                  <a:srgbClr val="263D35"/>
                </a:solidFill>
                <a:latin typeface="Helvetica Neue"/>
                <a:ea typeface="Helvetica Neue"/>
                <a:cs typeface="Helvetica Neue"/>
              </a:rPr>
              <a:t>Next steps are questions, never assignment text.</a:t>
            </a:r>
          </a:p>
        </p:txBody>
      </p:sp>
    </p:spTree>
    <p:extLst>
      <p:ext uri="{BB962C8B-B14F-4D97-AF65-F5344CB8AC3E}">
        <p14:creationId xmlns:p14="http://schemas.microsoft.com/office/powerpoint/2010/main" val="158777979"/>
      </p:ext>
    </p:extLst>
  </p:cSld>
</p:sld>
</file>

<file path=ppt/slides/slide6.xml><?xml version="1.0" encoding="utf-8"?>
<p:sld xmlns:p="http://schemas.openxmlformats.org/presentationml/2006/main">
  <p:cSld>
    <p:bg>
      <p:bgPr>
        <a:solidFill xmlns:a="http://schemas.openxmlformats.org/drawingml/2006/main">
          <a:srgbClr val="263D35"/>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C9D92FB-A597-490D-923C-FF52DDB0A911}"/>
              </a:ext>
            </a:extLst>
          </p:cNvPr>
          <p:cNvSpPr>
            <a:spLocks xmlns:a="http://schemas.openxmlformats.org/drawingml/2006/main" noGrp="1"/>
          </p:cNvSpPr>
          <p:nvPr/>
        </p:nvSpPr>
        <p:spPr>
          <a:xfrm xmlns:a="http://schemas.openxmlformats.org/drawingml/2006/main">
            <a:off x="723900" y="552450"/>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1">
                <a:solidFill>
                  <a:srgbClr val="CBE2B7"/>
                </a:solidFill>
                <a:latin typeface="Helvetica Neue"/>
                <a:ea typeface="Helvetica Neue"/>
                <a:cs typeface="Helvetica Neue"/>
              </a:defRPr>
            </a:defPPr>
            <a:lvl1pPr>
              <a:defRPr sz="1200" b="1">
                <a:solidFill>
                  <a:srgbClr val="CBE2B7"/>
                </a:solidFill>
                <a:latin typeface="Helvetica Neue"/>
                <a:ea typeface="Helvetica Neue"/>
                <a:cs typeface="Helvetica Neue"/>
              </a:defRPr>
            </a:lvl1pPr>
            <a:lvl2pPr>
              <a:defRPr sz="1200" b="1">
                <a:solidFill>
                  <a:srgbClr val="CBE2B7"/>
                </a:solidFill>
                <a:latin typeface="Helvetica Neue"/>
                <a:ea typeface="Helvetica Neue"/>
                <a:cs typeface="Helvetica Neue"/>
              </a:defRPr>
            </a:lvl2pPr>
            <a:lvl3pPr>
              <a:defRPr sz="1200" b="1">
                <a:solidFill>
                  <a:srgbClr val="CBE2B7"/>
                </a:solidFill>
                <a:latin typeface="Helvetica Neue"/>
                <a:ea typeface="Helvetica Neue"/>
                <a:cs typeface="Helvetica Neue"/>
              </a:defRPr>
            </a:lvl3pPr>
            <a:lvl4pPr>
              <a:defRPr sz="1200" b="1">
                <a:solidFill>
                  <a:srgbClr val="CBE2B7"/>
                </a:solidFill>
                <a:latin typeface="Helvetica Neue"/>
                <a:ea typeface="Helvetica Neue"/>
                <a:cs typeface="Helvetica Neue"/>
              </a:defRPr>
            </a:lvl4pPr>
            <a:lvl5pPr>
              <a:defRPr sz="1200" b="1">
                <a:solidFill>
                  <a:srgbClr val="CBE2B7"/>
                </a:solidFill>
                <a:latin typeface="Helvetica Neue"/>
                <a:ea typeface="Helvetica Neue"/>
                <a:cs typeface="Helvetica Neue"/>
              </a:defRPr>
            </a:lvl5pPr>
            <a:lvl6pPr>
              <a:defRPr sz="1200" b="1">
                <a:solidFill>
                  <a:srgbClr val="CBE2B7"/>
                </a:solidFill>
                <a:latin typeface="Helvetica Neue"/>
                <a:ea typeface="Helvetica Neue"/>
                <a:cs typeface="Helvetica Neue"/>
              </a:defRPr>
            </a:lvl6pPr>
            <a:lvl7pPr>
              <a:defRPr sz="1200" b="1">
                <a:solidFill>
                  <a:srgbClr val="CBE2B7"/>
                </a:solidFill>
                <a:latin typeface="Helvetica Neue"/>
                <a:ea typeface="Helvetica Neue"/>
                <a:cs typeface="Helvetica Neue"/>
              </a:defRPr>
            </a:lvl7pPr>
            <a:lvl8pPr>
              <a:defRPr sz="1200" b="1">
                <a:solidFill>
                  <a:srgbClr val="CBE2B7"/>
                </a:solidFill>
                <a:latin typeface="Helvetica Neue"/>
                <a:ea typeface="Helvetica Neue"/>
                <a:cs typeface="Helvetica Neue"/>
              </a:defRPr>
            </a:lvl8pPr>
            <a:lvl9pPr>
              <a:defRPr sz="1200" b="1">
                <a:solidFill>
                  <a:srgbClr val="CBE2B7"/>
                </a:solidFill>
                <a:latin typeface="Helvetica Neue"/>
                <a:ea typeface="Helvetica Neue"/>
                <a:cs typeface="Helvetica Neue"/>
              </a:defRPr>
            </a:lvl9pPr>
          </a:lstStyle>
          <a:p xmlns:a="http://schemas.openxmlformats.org/drawingml/2006/main">
            <a:pPr>
              <a:defRPr sz="1200" b="1">
                <a:solidFill>
                  <a:srgbClr val="CBE2B7"/>
                </a:solidFill>
                <a:latin typeface="Helvetica Neue"/>
                <a:ea typeface="Helvetica Neue"/>
                <a:cs typeface="Helvetica Neue"/>
              </a:defRPr>
            </a:pPr>
            <a:r>
              <a:rPr sz="1200" b="1">
                <a:solidFill>
                  <a:srgbClr val="CBE2B7"/>
                </a:solidFill>
                <a:latin typeface="Helvetica Neue"/>
                <a:ea typeface="Helvetica Neue"/>
                <a:cs typeface="Helvetica Neue"/>
              </a:rPr>
              <a:t>NEXT</a:t>
            </a:r>
          </a:p>
        </p:txBody>
      </p:sp>
      <p:sp>
        <p:nvSpPr>
          <p:cNvPr id="2" name="">
            <a:extLst xmlns:a="http://schemas.openxmlformats.org/drawingml/2006/main">
              <a:ext uri="{FF2B5EF4-FFF2-40B4-BE49-F238E27FC236}">
                <a16:creationId xmlns:a16="http://schemas.microsoft.com/office/drawing/2014/main" id="{A7B5761C-0191-45CA-97D1-E47A6ABE8A2C}"/>
              </a:ext>
            </a:extLst>
          </p:cNvPr>
          <p:cNvSpPr>
            <a:spLocks xmlns:a="http://schemas.openxmlformats.org/drawingml/2006/main" noGrp="1"/>
          </p:cNvSpPr>
          <p:nvPr/>
        </p:nvSpPr>
        <p:spPr>
          <a:xfrm xmlns:a="http://schemas.openxmlformats.org/drawingml/2006/main">
            <a:off x="723900" y="1181100"/>
            <a:ext cx="10572750" cy="1447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4350" b="1">
                <a:solidFill>
                  <a:srgbClr val="F7F7F1"/>
                </a:solidFill>
                <a:latin typeface="Helvetica Neue"/>
                <a:ea typeface="Helvetica Neue"/>
                <a:cs typeface="Helvetica Neue"/>
              </a:defRPr>
            </a:defPPr>
            <a:lvl1pPr>
              <a:defRPr sz="4350" b="1">
                <a:solidFill>
                  <a:srgbClr val="F7F7F1"/>
                </a:solidFill>
                <a:latin typeface="Helvetica Neue"/>
                <a:ea typeface="Helvetica Neue"/>
                <a:cs typeface="Helvetica Neue"/>
              </a:defRPr>
            </a:lvl1pPr>
            <a:lvl2pPr>
              <a:defRPr sz="4350" b="1">
                <a:solidFill>
                  <a:srgbClr val="F7F7F1"/>
                </a:solidFill>
                <a:latin typeface="Helvetica Neue"/>
                <a:ea typeface="Helvetica Neue"/>
                <a:cs typeface="Helvetica Neue"/>
              </a:defRPr>
            </a:lvl2pPr>
            <a:lvl3pPr>
              <a:defRPr sz="4350" b="1">
                <a:solidFill>
                  <a:srgbClr val="F7F7F1"/>
                </a:solidFill>
                <a:latin typeface="Helvetica Neue"/>
                <a:ea typeface="Helvetica Neue"/>
                <a:cs typeface="Helvetica Neue"/>
              </a:defRPr>
            </a:lvl3pPr>
            <a:lvl4pPr>
              <a:defRPr sz="4350" b="1">
                <a:solidFill>
                  <a:srgbClr val="F7F7F1"/>
                </a:solidFill>
                <a:latin typeface="Helvetica Neue"/>
                <a:ea typeface="Helvetica Neue"/>
                <a:cs typeface="Helvetica Neue"/>
              </a:defRPr>
            </a:lvl4pPr>
            <a:lvl5pPr>
              <a:defRPr sz="4350" b="1">
                <a:solidFill>
                  <a:srgbClr val="F7F7F1"/>
                </a:solidFill>
                <a:latin typeface="Helvetica Neue"/>
                <a:ea typeface="Helvetica Neue"/>
                <a:cs typeface="Helvetica Neue"/>
              </a:defRPr>
            </a:lvl5pPr>
            <a:lvl6pPr>
              <a:defRPr sz="4350" b="1">
                <a:solidFill>
                  <a:srgbClr val="F7F7F1"/>
                </a:solidFill>
                <a:latin typeface="Helvetica Neue"/>
                <a:ea typeface="Helvetica Neue"/>
                <a:cs typeface="Helvetica Neue"/>
              </a:defRPr>
            </a:lvl6pPr>
            <a:lvl7pPr>
              <a:defRPr sz="4350" b="1">
                <a:solidFill>
                  <a:srgbClr val="F7F7F1"/>
                </a:solidFill>
                <a:latin typeface="Helvetica Neue"/>
                <a:ea typeface="Helvetica Neue"/>
                <a:cs typeface="Helvetica Neue"/>
              </a:defRPr>
            </a:lvl7pPr>
            <a:lvl8pPr>
              <a:defRPr sz="4350" b="1">
                <a:solidFill>
                  <a:srgbClr val="F7F7F1"/>
                </a:solidFill>
                <a:latin typeface="Helvetica Neue"/>
                <a:ea typeface="Helvetica Neue"/>
                <a:cs typeface="Helvetica Neue"/>
              </a:defRPr>
            </a:lvl8pPr>
            <a:lvl9pPr>
              <a:defRPr sz="4350" b="1">
                <a:solidFill>
                  <a:srgbClr val="F7F7F1"/>
                </a:solidFill>
                <a:latin typeface="Helvetica Neue"/>
                <a:ea typeface="Helvetica Neue"/>
                <a:cs typeface="Helvetica Neue"/>
              </a:defRPr>
            </a:lvl9pPr>
          </a:lstStyle>
          <a:p xmlns:a="http://schemas.openxmlformats.org/drawingml/2006/main">
            <a:pPr>
              <a:defRPr sz="4350" b="1">
                <a:solidFill>
                  <a:srgbClr val="F7F7F1"/>
                </a:solidFill>
                <a:latin typeface="Helvetica Neue"/>
                <a:ea typeface="Helvetica Neue"/>
                <a:cs typeface="Helvetica Neue"/>
              </a:defRPr>
            </a:pPr>
            <a:r>
              <a:rPr sz="4350" b="1">
                <a:solidFill>
                  <a:srgbClr val="F7F7F1"/>
                </a:solidFill>
                <a:latin typeface="Helvetica Neue"/>
                <a:ea typeface="Helvetica Neue"/>
                <a:cs typeface="Helvetica Neue"/>
              </a:rPr>
              <a:t>A gentler way back</a:t>
            </a:r>
          </a:p>
        </p:txBody>
      </p:sp>
      <p:sp>
        <p:nvSpPr>
          <p:cNvPr id="3" name="">
            <a:extLst xmlns:a="http://schemas.openxmlformats.org/drawingml/2006/main">
              <a:ext uri="{FF2B5EF4-FFF2-40B4-BE49-F238E27FC236}">
                <a16:creationId xmlns:a16="http://schemas.microsoft.com/office/drawing/2014/main" id="{0FF90961-D9EC-4AC6-8201-A5BEC55091C4}"/>
              </a:ext>
            </a:extLst>
          </p:cNvPr>
          <p:cNvSpPr>
            <a:spLocks xmlns:a="http://schemas.openxmlformats.org/drawingml/2006/main" noGrp="1"/>
          </p:cNvSpPr>
          <p:nvPr/>
        </p:nvSpPr>
        <p:spPr>
          <a:xfrm xmlns:a="http://schemas.openxmlformats.org/drawingml/2006/main">
            <a:off x="723900" y="3190875"/>
            <a:ext cx="10001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F7F7F1"/>
                </a:solidFill>
                <a:latin typeface="Helvetica Neue"/>
                <a:ea typeface="Helvetica Neue"/>
                <a:cs typeface="Helvetica Neue"/>
              </a:defRPr>
            </a:defPPr>
            <a:lvl1pPr>
              <a:defRPr sz="2325" b="0">
                <a:solidFill>
                  <a:srgbClr val="F7F7F1"/>
                </a:solidFill>
                <a:latin typeface="Helvetica Neue"/>
                <a:ea typeface="Helvetica Neue"/>
                <a:cs typeface="Helvetica Neue"/>
              </a:defRPr>
            </a:lvl1pPr>
            <a:lvl2pPr>
              <a:defRPr sz="2325" b="0">
                <a:solidFill>
                  <a:srgbClr val="F7F7F1"/>
                </a:solidFill>
                <a:latin typeface="Helvetica Neue"/>
                <a:ea typeface="Helvetica Neue"/>
                <a:cs typeface="Helvetica Neue"/>
              </a:defRPr>
            </a:lvl2pPr>
            <a:lvl3pPr>
              <a:defRPr sz="2325" b="0">
                <a:solidFill>
                  <a:srgbClr val="F7F7F1"/>
                </a:solidFill>
                <a:latin typeface="Helvetica Neue"/>
                <a:ea typeface="Helvetica Neue"/>
                <a:cs typeface="Helvetica Neue"/>
              </a:defRPr>
            </a:lvl3pPr>
            <a:lvl4pPr>
              <a:defRPr sz="2325" b="0">
                <a:solidFill>
                  <a:srgbClr val="F7F7F1"/>
                </a:solidFill>
                <a:latin typeface="Helvetica Neue"/>
                <a:ea typeface="Helvetica Neue"/>
                <a:cs typeface="Helvetica Neue"/>
              </a:defRPr>
            </a:lvl4pPr>
            <a:lvl5pPr>
              <a:defRPr sz="2325" b="0">
                <a:solidFill>
                  <a:srgbClr val="F7F7F1"/>
                </a:solidFill>
                <a:latin typeface="Helvetica Neue"/>
                <a:ea typeface="Helvetica Neue"/>
                <a:cs typeface="Helvetica Neue"/>
              </a:defRPr>
            </a:lvl5pPr>
            <a:lvl6pPr>
              <a:defRPr sz="2325" b="0">
                <a:solidFill>
                  <a:srgbClr val="F7F7F1"/>
                </a:solidFill>
                <a:latin typeface="Helvetica Neue"/>
                <a:ea typeface="Helvetica Neue"/>
                <a:cs typeface="Helvetica Neue"/>
              </a:defRPr>
            </a:lvl6pPr>
            <a:lvl7pPr>
              <a:defRPr sz="2325" b="0">
                <a:solidFill>
                  <a:srgbClr val="F7F7F1"/>
                </a:solidFill>
                <a:latin typeface="Helvetica Neue"/>
                <a:ea typeface="Helvetica Neue"/>
                <a:cs typeface="Helvetica Neue"/>
              </a:defRPr>
            </a:lvl7pPr>
            <a:lvl8pPr>
              <a:defRPr sz="2325" b="0">
                <a:solidFill>
                  <a:srgbClr val="F7F7F1"/>
                </a:solidFill>
                <a:latin typeface="Helvetica Neue"/>
                <a:ea typeface="Helvetica Neue"/>
                <a:cs typeface="Helvetica Neue"/>
              </a:defRPr>
            </a:lvl8pPr>
            <a:lvl9pPr>
              <a:defRPr sz="2325" b="0">
                <a:solidFill>
                  <a:srgbClr val="F7F7F1"/>
                </a:solidFill>
                <a:latin typeface="Helvetica Neue"/>
                <a:ea typeface="Helvetica Neue"/>
                <a:cs typeface="Helvetica Neue"/>
              </a:defRPr>
            </a:lvl9pPr>
          </a:lstStyle>
          <a:p xmlns:a="http://schemas.openxmlformats.org/drawingml/2006/main">
            <a:pPr>
              <a:defRPr sz="2325" b="0">
                <a:solidFill>
                  <a:srgbClr val="F7F7F1"/>
                </a:solidFill>
                <a:latin typeface="Helvetica Neue"/>
                <a:ea typeface="Helvetica Neue"/>
                <a:cs typeface="Helvetica Neue"/>
              </a:defRPr>
            </a:pPr>
            <a:r>
              <a:rPr sz="2325" b="0">
                <a:solidFill>
                  <a:srgbClr val="F7F7F1"/>
                </a:solidFill>
                <a:latin typeface="Helvetica Neue"/>
                <a:ea typeface="Helvetica Neue"/>
                <a:cs typeface="Helvetica Neue"/>
              </a:rPr>
              <a:t>Broader app support and stronger privacy controls are next.</a:t>
            </a:r>
          </a:p>
        </p:txBody>
      </p:sp>
      <p:sp>
        <p:nvSpPr>
          <p:cNvPr id="4" name="">
            <a:extLst xmlns:a="http://schemas.openxmlformats.org/drawingml/2006/main">
              <a:ext uri="{FF2B5EF4-FFF2-40B4-BE49-F238E27FC236}">
                <a16:creationId xmlns:a16="http://schemas.microsoft.com/office/drawing/2014/main" id="{416B987B-4064-40E1-855F-A5C944C4FB55}"/>
              </a:ext>
            </a:extLst>
          </p:cNvPr>
          <p:cNvSpPr>
            <a:spLocks xmlns:a="http://schemas.openxmlformats.org/drawingml/2006/main" noGrp="1"/>
          </p:cNvSpPr>
          <p:nvPr/>
        </p:nvSpPr>
        <p:spPr>
          <a:xfrm xmlns:a="http://schemas.openxmlformats.org/drawingml/2006/main">
            <a:off x="723900" y="4171950"/>
            <a:ext cx="10001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CBE2B7"/>
                </a:solidFill>
                <a:latin typeface="Helvetica Neue"/>
                <a:ea typeface="Helvetica Neue"/>
                <a:cs typeface="Helvetica Neue"/>
              </a:defRPr>
            </a:defPPr>
            <a:lvl1pPr>
              <a:defRPr sz="2325" b="0">
                <a:solidFill>
                  <a:srgbClr val="CBE2B7"/>
                </a:solidFill>
                <a:latin typeface="Helvetica Neue"/>
                <a:ea typeface="Helvetica Neue"/>
                <a:cs typeface="Helvetica Neue"/>
              </a:defRPr>
            </a:lvl1pPr>
            <a:lvl2pPr>
              <a:defRPr sz="2325" b="0">
                <a:solidFill>
                  <a:srgbClr val="CBE2B7"/>
                </a:solidFill>
                <a:latin typeface="Helvetica Neue"/>
                <a:ea typeface="Helvetica Neue"/>
                <a:cs typeface="Helvetica Neue"/>
              </a:defRPr>
            </a:lvl2pPr>
            <a:lvl3pPr>
              <a:defRPr sz="2325" b="0">
                <a:solidFill>
                  <a:srgbClr val="CBE2B7"/>
                </a:solidFill>
                <a:latin typeface="Helvetica Neue"/>
                <a:ea typeface="Helvetica Neue"/>
                <a:cs typeface="Helvetica Neue"/>
              </a:defRPr>
            </a:lvl3pPr>
            <a:lvl4pPr>
              <a:defRPr sz="2325" b="0">
                <a:solidFill>
                  <a:srgbClr val="CBE2B7"/>
                </a:solidFill>
                <a:latin typeface="Helvetica Neue"/>
                <a:ea typeface="Helvetica Neue"/>
                <a:cs typeface="Helvetica Neue"/>
              </a:defRPr>
            </a:lvl4pPr>
            <a:lvl5pPr>
              <a:defRPr sz="2325" b="0">
                <a:solidFill>
                  <a:srgbClr val="CBE2B7"/>
                </a:solidFill>
                <a:latin typeface="Helvetica Neue"/>
                <a:ea typeface="Helvetica Neue"/>
                <a:cs typeface="Helvetica Neue"/>
              </a:defRPr>
            </a:lvl5pPr>
            <a:lvl6pPr>
              <a:defRPr sz="2325" b="0">
                <a:solidFill>
                  <a:srgbClr val="CBE2B7"/>
                </a:solidFill>
                <a:latin typeface="Helvetica Neue"/>
                <a:ea typeface="Helvetica Neue"/>
                <a:cs typeface="Helvetica Neue"/>
              </a:defRPr>
            </a:lvl6pPr>
            <a:lvl7pPr>
              <a:defRPr sz="2325" b="0">
                <a:solidFill>
                  <a:srgbClr val="CBE2B7"/>
                </a:solidFill>
                <a:latin typeface="Helvetica Neue"/>
                <a:ea typeface="Helvetica Neue"/>
                <a:cs typeface="Helvetica Neue"/>
              </a:defRPr>
            </a:lvl7pPr>
            <a:lvl8pPr>
              <a:defRPr sz="2325" b="0">
                <a:solidFill>
                  <a:srgbClr val="CBE2B7"/>
                </a:solidFill>
                <a:latin typeface="Helvetica Neue"/>
                <a:ea typeface="Helvetica Neue"/>
                <a:cs typeface="Helvetica Neue"/>
              </a:defRPr>
            </a:lvl8pPr>
            <a:lvl9pPr>
              <a:defRPr sz="2325" b="0">
                <a:solidFill>
                  <a:srgbClr val="CBE2B7"/>
                </a:solidFill>
                <a:latin typeface="Helvetica Neue"/>
                <a:ea typeface="Helvetica Neue"/>
                <a:cs typeface="Helvetica Neue"/>
              </a:defRPr>
            </a:lvl9pPr>
          </a:lstStyle>
          <a:p xmlns:a="http://schemas.openxmlformats.org/drawingml/2006/main">
            <a:pPr>
              <a:defRPr sz="2325" b="0">
                <a:solidFill>
                  <a:srgbClr val="CBE2B7"/>
                </a:solidFill>
                <a:latin typeface="Helvetica Neue"/>
                <a:ea typeface="Helvetica Neue"/>
                <a:cs typeface="Helvetica Neue"/>
              </a:defRPr>
            </a:pPr>
            <a:r>
              <a:rPr sz="2325" b="0">
                <a:solidFill>
                  <a:srgbClr val="CBE2B7"/>
                </a:solidFill>
                <a:latin typeface="Helvetica Neue"/>
                <a:ea typeface="Helvetica Neue"/>
                <a:cs typeface="Helvetica Neue"/>
              </a:rPr>
              <a:t>For now, we are proving one reliable study path.</a:t>
            </a:r>
          </a:p>
        </p:txBody>
      </p:sp>
    </p:spTree>
    <p:extLst>
      <p:ext uri="{BB962C8B-B14F-4D97-AF65-F5344CB8AC3E}">
        <p14:creationId xmlns:p14="http://schemas.microsoft.com/office/powerpoint/2010/main" val="114273829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2026-10-17T02:56:35.2130000Z</dcterms:created>
  <dcterms:modified xsi:type="dcterms:W3CDTF">2026-10-17T02:56:35.2130000Z</dcterms:modified>
</coreProperties>
</file>